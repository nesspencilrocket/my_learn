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7" r:id="rId14"/>
    <p:sldId id="278" r:id="rId15"/>
    <p:sldId id="279" r:id="rId16"/>
    <p:sldId id="280" r:id="rId17"/>
    <p:sldId id="281" r:id="rId18"/>
    <p:sldId id="274" r:id="rId19"/>
    <p:sldId id="275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76" r:id="rId28"/>
    <p:sldId id="289" r:id="rId29"/>
    <p:sldId id="290" r:id="rId30"/>
    <p:sldId id="291" r:id="rId31"/>
    <p:sldId id="292" r:id="rId32"/>
    <p:sldId id="293" r:id="rId33"/>
    <p:sldId id="295" r:id="rId34"/>
    <p:sldId id="296" r:id="rId35"/>
    <p:sldId id="297" r:id="rId36"/>
    <p:sldId id="298" r:id="rId37"/>
    <p:sldId id="294" r:id="rId38"/>
    <p:sldId id="299" r:id="rId39"/>
    <p:sldId id="300" r:id="rId40"/>
    <p:sldId id="301" r:id="rId41"/>
    <p:sldId id="302" r:id="rId42"/>
    <p:sldId id="303" r:id="rId43"/>
    <p:sldId id="305" r:id="rId4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126" y="1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C52FC8-6363-BD8D-73F4-B4E76376B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81F013-DDC1-9249-0C8C-B900A77F7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B01C82-BED2-F844-7E6B-E52011B3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227AFB-B7B9-E5E8-6043-CFD3337C2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796A5D-27D5-F725-D61A-B0EFD030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71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1B14DD-E95D-EF3F-0D30-5B9A35B6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3C288F-83C1-EC9B-49B6-8F6A72F00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7087D8-6B86-1739-603F-060D2EB2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2F5707-45BD-8D0D-DEFA-0C7CC6BD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120E83-1C07-5F50-F2B7-DA10B714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895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6BFD14-8ACB-377D-C234-7A0F8EEB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87F110-FA60-A09A-942B-C3133CFC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4DF8E2-ED97-CB32-6B89-0CFFB3D8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93D44C-70E8-818B-A70E-B3823DDB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80D895-0585-3618-FD0D-F7BA044A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560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10F93C-049A-A8D0-B560-91DBE4D4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4E4782-F418-851C-F103-4CAEB2A7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7FC482-D512-7571-4BBF-AAC1C14DC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299BFF-21A9-A138-2F9B-B3E8DA76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14D643-B5ED-A526-D049-123ABB77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721438-810D-7237-905B-6615E54B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79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CDE6CD-9952-1C8D-1E1D-69460523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FD5BB4-11C1-9C39-42CC-FBCB3CD58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CFC6B6-FD36-98FC-6936-AFFF0C588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A25D4BF-25B9-7AA9-E3CA-F41ACA3E4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41D65F-6A98-F7D9-914D-D3616F1F6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EA0157A-E357-2179-3A9F-BE7CD012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61CF09D-D14D-FE1D-E82D-FED5782BC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A8ED19A-AC4D-BB7B-9B62-966C7C0C3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295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45A48-ED03-40CD-951A-3A8AE532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91532EE-FC41-2688-87A8-E74DF532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D858706-5DF2-573A-2002-6D4257672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7B3EFC9-241C-595A-FB0F-3C245EC3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096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A29DA4-2A4F-A3B6-48EB-416A4CD4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4D02839-6720-435D-1831-B97AE105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C9FD5E-91C8-A28E-F5E5-EAE4FF1C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4145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FBF751-65F9-C9D4-64AF-D2C0B462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0C513B-4592-3B6C-A4E8-B4E87C0F9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951857-756C-C7BB-6A43-DEFB1F818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0C56F7-5088-FE0F-B4B0-E51FEBF4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7B8FC1-258E-3FF9-9C39-8C0657AA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8B7A5B-0CB4-903D-273B-7EBCB292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52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658DD9-CF7A-2200-DDDE-14C80B77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632AEA-226E-99B5-01DF-8A91B22FB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9D5D8F-AA50-A7F4-033D-17998C403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D6A936-01B0-0443-71E6-813A8731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6BFE20-E0E3-FB0F-6CE5-E5233757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751CCC-1380-39A5-C72D-401796E5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1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B743BE-C435-699E-6DE8-DE0EACBB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0AD8CD-2918-58B7-A75D-DBF391929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7D8F86-1597-D9C7-28BC-2EFB6EBA6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6FB9E5-9FEC-A417-4C72-6A4D8EB7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221BA2-66DD-302A-8D41-0803F146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78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7A0A74-D82C-47E7-36EC-50EBE70BE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4F7E05-13A2-0B67-B508-93285BCF6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875D23-F7E7-62DB-E740-CD041155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43CB9B-0308-8648-8EC0-8157D730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F47667-20FE-82AC-595C-A1F21062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632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C7D8202-F5C2-7EF7-CA43-ABED47381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A93CD6-761F-B94D-111B-258831451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CD6616-AD2D-1DA7-509D-E7EF84CC0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49799-8E99-4F56-9FC1-BEC680F57968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BDD6D-145A-7A21-E3EE-E9CD6696A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44419C-0F8D-ED96-D08B-9C51CE867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6C455-093E-485C-BA0C-767794886D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281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EB0FD9-4454-DC14-F9BD-FD15C80042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イラスト練習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4001DD-14D9-5770-4C64-68C5180BE2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863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0D9903-9D81-CC61-3A5D-C5A1999C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C4DE65C-2492-F35B-F03B-7F3F4E8B2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98" y="1325563"/>
            <a:ext cx="11000604" cy="469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5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D6B7-CE71-6423-CFA5-CEE0E561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CADF7-872E-86B1-E050-21F0EF06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506DAB5-1CA5-784D-4653-821370DF3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89" y="1505179"/>
            <a:ext cx="11400421" cy="384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84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1AD1-45B1-D041-1DC3-F8ACC3FAA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20565E-6261-5273-09C9-B171119A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6739BC6-61BD-2D9E-10EF-AC23356AB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78" y="0"/>
            <a:ext cx="8487420" cy="680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74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15248-4B1D-8EDE-B974-4024902E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C3DC21-F123-42CF-FC70-93106DB8C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5160D13-5039-401D-F587-4299EC4E2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977641"/>
            <a:ext cx="9758597" cy="520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6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3F0D8-5FB9-26A4-EF5C-776C386E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2D341B-7604-AE68-41F6-B14A88A05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5C593C2-69FA-12E9-DC97-3A06D6F10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946" y="7040"/>
            <a:ext cx="7076108" cy="685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4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9E051-27E6-29BD-7967-18B2DC30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2B5142-22E0-8B2B-67E1-F70A55A8B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63CEFA6-BA06-D5B9-62C4-0EBB71905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6" y="2639796"/>
            <a:ext cx="11306867" cy="15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F7F8-4554-257E-A233-AFA95AFD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22912-F523-8E8F-6128-363336AF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88237A7-B905-B1BF-40A1-06B9868E9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35" y="1548707"/>
            <a:ext cx="11707268" cy="336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94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7069-010B-1128-9E57-89D1620F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DE7DCD-8CBF-5015-C501-8F16C301B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AB66309-6FAC-A7E0-6E2A-2F3EE4FC2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19" y="1325563"/>
            <a:ext cx="11446089" cy="387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4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C840-FFCB-9528-7950-E00442CCA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96CBBB-CBBF-AC66-C411-F98BAC8AF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5CBA8BA-BD5E-7ED7-D89B-3552F367F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82" y="1899868"/>
            <a:ext cx="10506036" cy="152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11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9545-00AE-1ED7-963A-080311A3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7235D-C39F-8AC5-91DD-D882AE5F7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86924E8-9B59-CBEB-69F4-D4F3F30AE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12" y="877755"/>
            <a:ext cx="10656932" cy="573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43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DE296-DE37-0556-C385-82F3398B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CE93B-8286-68C4-48DA-2DE1FF6B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1D63F64-D3BA-FF1B-6AEE-20D89E0E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70" y="969232"/>
            <a:ext cx="11204845" cy="491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7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AD5A-6227-AB02-C37F-8E7131157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E995C-C2EB-FA06-BE73-52304565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6E9DF60-1385-2CD5-3A83-87514423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8" y="993049"/>
            <a:ext cx="11464701" cy="494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52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B143D-1C7A-1A30-588C-A758D36A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51622-533B-869D-4D6A-2A4E0BBB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F6725BB-FE2F-E88F-71C7-CD335C292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41" y="1670337"/>
            <a:ext cx="11740118" cy="210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94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2147-BF14-DD93-D346-0943C21B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B9C4F1-7EC4-027A-1CAB-5BF46007D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E9C0F42-FF7F-24D9-D1A2-7A3E4AA21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64" y="954383"/>
            <a:ext cx="11491787" cy="535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50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C3B8-C1CE-1861-FED2-99BFC7FE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AD343-ABC9-6BDC-D1B1-61FE76C6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E39B57D-A6B6-5062-748C-2C171F70B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83" y="1741540"/>
            <a:ext cx="10983833" cy="168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2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34AEE-5F3D-F638-A44A-6E8E674FF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5CE944-29E5-8DC9-E17E-0E242D14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AAD898C-CFA1-1DA9-FC01-968EDFBFA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" y="886163"/>
            <a:ext cx="9724180" cy="576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42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8156-94E4-57E8-2385-12CBA63C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26C92-6585-5EC6-EA9B-564B7CC4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6D36ADC-8CF7-1D1E-065C-168B0E9D8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438" y="174208"/>
            <a:ext cx="8967105" cy="667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63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45DFA-722C-415F-CE9F-D14B948E8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434FFA-F0EB-A52D-1197-A41A3A34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CCAD0DD-2C7E-BDC9-ED9A-4CBAB31FE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47" y="1325563"/>
            <a:ext cx="10413191" cy="192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27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6C76-37B9-C0B4-C049-277A7FC7A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09FE63-D0DE-BC6E-DB78-1DF9AA35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C8C00BB-C668-636C-7CAF-BC7D6F158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69" y="2240496"/>
            <a:ext cx="10807262" cy="237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98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5AD2-0AFF-2487-4914-C121CFE9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E53A9D-3E96-1AED-F777-27697B427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ACA7AE7-BCC7-FA49-2E90-59E45ACB1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080" y="0"/>
            <a:ext cx="8979434" cy="687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61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9F642-1BF0-608A-8592-56738AE8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70444-FA5F-A52D-43D6-0EC1BFE0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877E622-EFE4-F648-B6A4-56EC1E058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6" y="2846154"/>
            <a:ext cx="10743267" cy="116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78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FB2E1-E804-439D-C8E9-95A0F806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675765-0C43-394A-4756-004A87463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60354FE-6BE7-87FE-507E-53460E40D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079" y="299802"/>
            <a:ext cx="9624013" cy="596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19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89F88-4B3A-4100-79B6-73BF7439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04C050-E5B7-1D69-1AE9-E04652E54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7BA6E3-4DAC-9DE8-F3F3-5AE1A1F68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79" y="1221746"/>
            <a:ext cx="10998344" cy="441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91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609A-C510-2E96-1538-D9534E4BF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291DD0-528A-29D6-9F6B-E82CBCCE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AA64B48-A468-45FC-4ACF-DE63284C1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45" y="1850752"/>
            <a:ext cx="11391510" cy="315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92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CF2D-6C0E-143A-9BAD-B56DABDB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AFB102-C986-7EEC-632F-65D5FE7D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755855A-1965-B861-56D2-3EE4B220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00" y="1420430"/>
            <a:ext cx="10814258" cy="401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2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79C3-C879-58EC-EBF9-EB2D3075D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52D65-0036-F64E-C880-CF4991D3C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E37BDE9-F7B4-56F0-DB97-C8D758E4A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92" y="0"/>
            <a:ext cx="9982608" cy="471135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06F6762-2F73-A38A-E4DA-A2798A9C0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392" y="4600202"/>
            <a:ext cx="9982608" cy="158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25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2E7EF-95A5-0935-1730-9A2ECD6E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DD73A8-381C-5D98-A497-84515DE0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5C5BCFC-0A00-B139-8A50-0D3F42E29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64" y="2359802"/>
            <a:ext cx="10559266" cy="180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257D-FA08-B7E7-3426-C10A2775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036D28-5944-8E51-9B62-2180E1E2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5AA3378-ED8E-9006-402E-7233B9C65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922" y="0"/>
            <a:ext cx="9821078" cy="662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72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520F3-2F18-9C80-2108-B8955B5E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743F3A-BEEC-EBB1-E253-D0C44177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E2BD8FE-FB39-22BA-B17F-1D1AEE94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19" y="1325563"/>
            <a:ext cx="11640961" cy="392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2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35F8-5B2C-D1D3-CD8F-2712D96F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7AD62A-94D5-E15D-FADC-49B09E074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C37A09F-67A1-A679-B95D-857D20FC1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20" y="1975103"/>
            <a:ext cx="11453559" cy="207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18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AF828-216E-0F52-98D4-15A93E57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CA40C-1E87-EF4E-570D-F4CEC4713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300744B-4D68-9F19-27A7-4686CDD93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53" y="2440581"/>
            <a:ext cx="10970693" cy="197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762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C8CC-ECB7-5B98-C81F-B013D6797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FFCDF5-5F70-5199-602E-E39685F4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CF4A220-8F03-7BD7-AD5D-73D900410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21" y="1325563"/>
            <a:ext cx="11088428" cy="369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46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1B0D-0FF5-D438-9FD1-4401B87F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7F00-4C12-B62B-7040-CBF40302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9CADC31-6151-B33C-478A-409537420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00897"/>
            <a:ext cx="10515600" cy="534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827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CD25-4D5D-3034-39CD-61BC11B7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535BFA-51CB-F945-0FDC-CB9B1794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454C2AD-BF84-63CA-7101-2D608CE7C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56" y="1030035"/>
            <a:ext cx="10515600" cy="489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91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6A92-FBD3-C4A1-11E3-D02C23A4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81430D-EC8E-3F00-34CA-231C69B41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1F41FBA-6475-C85A-C898-AA5CA95B1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4" y="1325562"/>
            <a:ext cx="11901208" cy="377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530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D77B4-7DD7-8FE6-4B1E-57E12539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7E1A7-5E41-FB70-E6E9-0B36995C9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40F3EE-D352-B095-7CD9-9331FB5A3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8" y="1443731"/>
            <a:ext cx="11436562" cy="402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71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DB87-1DA0-9872-381F-18E7F0F3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5D20DA-0400-D06C-80DD-EB48564D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D06D984-AF5B-F6FA-A8F6-8F7D05BAC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55" y="1800684"/>
            <a:ext cx="11256809" cy="203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1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A9C4C-3640-CBDF-EAF8-DFB474904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88EF13-5E1E-0105-43C1-6A1691704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283289E-71D8-E04B-28D7-2D7C34629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" y="851325"/>
            <a:ext cx="10981951" cy="582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785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34F6-586E-4F7C-074F-AF7E23D21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1C8B19-7F32-6B4D-BB04-40BFEBD00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2918F8F-6FCA-16EA-48CF-897FC7AA1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1" y="2673337"/>
            <a:ext cx="11851977" cy="15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92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5DD4-1DD3-29B2-6466-9F52D11D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52B3FD-AFB0-BDA0-03F7-AE5E026FF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2B6073A-734D-CBDD-5EF8-8E4E283FE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11" y="1950470"/>
            <a:ext cx="11150578" cy="295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92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4C06A-2038-F4E3-39DB-62428DAA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881A95-1652-D04C-864F-5105E5DBC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66FFFCC-A7CC-7007-DE41-7D95BBA9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64" y="1325563"/>
            <a:ext cx="11774471" cy="505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176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83521-D2EA-2D5E-42A9-1F8B877AC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C67C22-5EC8-4964-8FFB-2AAC7F19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クエスト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3C7B5CC-D46D-617F-37AE-EB593513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21" y="910396"/>
            <a:ext cx="10957435" cy="577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35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44</Words>
  <Application>Microsoft Office PowerPoint</Application>
  <PresentationFormat>ワイド画面</PresentationFormat>
  <Paragraphs>43</Paragraphs>
  <Slides>43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43</vt:i4>
      </vt:variant>
    </vt:vector>
  </HeadingPairs>
  <TitlesOfParts>
    <vt:vector size="47" baseType="lpstr">
      <vt:lpstr>游ゴシック</vt:lpstr>
      <vt:lpstr>游ゴシック Light</vt:lpstr>
      <vt:lpstr>Arial</vt:lpstr>
      <vt:lpstr>Office テーマ</vt:lpstr>
      <vt:lpstr>イラスト練習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  <vt:lpstr>クエスト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工内　章広</dc:creator>
  <cp:lastModifiedBy>工内　章広</cp:lastModifiedBy>
  <cp:revision>1</cp:revision>
  <dcterms:created xsi:type="dcterms:W3CDTF">2025-11-27T13:16:54Z</dcterms:created>
  <dcterms:modified xsi:type="dcterms:W3CDTF">2025-11-27T14:18:42Z</dcterms:modified>
</cp:coreProperties>
</file>