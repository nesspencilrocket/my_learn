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363" r:id="rId19"/>
    <p:sldId id="270" r:id="rId20"/>
    <p:sldId id="271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  <p:sldId id="272" r:id="rId35"/>
    <p:sldId id="273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82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274" r:id="rId75"/>
    <p:sldId id="313" r:id="rId76"/>
    <p:sldId id="314" r:id="rId77"/>
    <p:sldId id="315" r:id="rId78"/>
    <p:sldId id="316" r:id="rId79"/>
    <p:sldId id="317" r:id="rId80"/>
    <p:sldId id="318" r:id="rId81"/>
    <p:sldId id="319" r:id="rId82"/>
    <p:sldId id="320" r:id="rId83"/>
    <p:sldId id="321" r:id="rId84"/>
    <p:sldId id="323" r:id="rId85"/>
    <p:sldId id="324" r:id="rId86"/>
    <p:sldId id="325" r:id="rId87"/>
    <p:sldId id="326" r:id="rId88"/>
    <p:sldId id="327" r:id="rId89"/>
    <p:sldId id="328" r:id="rId90"/>
    <p:sldId id="329" r:id="rId91"/>
    <p:sldId id="331" r:id="rId92"/>
    <p:sldId id="332" r:id="rId93"/>
    <p:sldId id="377" r:id="rId94"/>
    <p:sldId id="378" r:id="rId95"/>
    <p:sldId id="379" r:id="rId96"/>
    <p:sldId id="380" r:id="rId97"/>
    <p:sldId id="381" r:id="rId98"/>
    <p:sldId id="382" r:id="rId99"/>
    <p:sldId id="383" r:id="rId100"/>
    <p:sldId id="384" r:id="rId101"/>
    <p:sldId id="385" r:id="rId102"/>
    <p:sldId id="386" r:id="rId103"/>
    <p:sldId id="387" r:id="rId104"/>
    <p:sldId id="388" r:id="rId105"/>
    <p:sldId id="389" r:id="rId106"/>
    <p:sldId id="390" r:id="rId107"/>
    <p:sldId id="333" r:id="rId108"/>
    <p:sldId id="334" r:id="rId109"/>
    <p:sldId id="391" r:id="rId110"/>
    <p:sldId id="392" r:id="rId111"/>
    <p:sldId id="393" r:id="rId112"/>
    <p:sldId id="394" r:id="rId113"/>
    <p:sldId id="395" r:id="rId114"/>
    <p:sldId id="335" r:id="rId115"/>
    <p:sldId id="336" r:id="rId116"/>
    <p:sldId id="396" r:id="rId117"/>
    <p:sldId id="397" r:id="rId118"/>
    <p:sldId id="398" r:id="rId119"/>
    <p:sldId id="399" r:id="rId120"/>
    <p:sldId id="400" r:id="rId121"/>
    <p:sldId id="401" r:id="rId122"/>
    <p:sldId id="402" r:id="rId123"/>
    <p:sldId id="337" r:id="rId124"/>
    <p:sldId id="338" r:id="rId125"/>
    <p:sldId id="330" r:id="rId126"/>
    <p:sldId id="339" r:id="rId127"/>
    <p:sldId id="340" r:id="rId128"/>
    <p:sldId id="341" r:id="rId129"/>
    <p:sldId id="342" r:id="rId130"/>
    <p:sldId id="343" r:id="rId131"/>
    <p:sldId id="344" r:id="rId132"/>
    <p:sldId id="345" r:id="rId133"/>
    <p:sldId id="347" r:id="rId134"/>
    <p:sldId id="348" r:id="rId135"/>
    <p:sldId id="349" r:id="rId136"/>
    <p:sldId id="350" r:id="rId137"/>
    <p:sldId id="351" r:id="rId138"/>
    <p:sldId id="352" r:id="rId139"/>
    <p:sldId id="353" r:id="rId140"/>
    <p:sldId id="346" r:id="rId141"/>
    <p:sldId id="354" r:id="rId142"/>
    <p:sldId id="355" r:id="rId143"/>
    <p:sldId id="356" r:id="rId144"/>
    <p:sldId id="357" r:id="rId145"/>
    <p:sldId id="358" r:id="rId146"/>
    <p:sldId id="359" r:id="rId147"/>
    <p:sldId id="360" r:id="rId148"/>
    <p:sldId id="361" r:id="rId149"/>
    <p:sldId id="322" r:id="rId150"/>
    <p:sldId id="362" r:id="rId15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41D5CC-731F-484A-ADE6-4661E7784C72}" v="12" dt="2025-11-30T01:20:31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slide" Target="slides/slide13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55" Type="http://schemas.openxmlformats.org/officeDocument/2006/relationships/tableStyles" Target="tableStyles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microsoft.com/office/2015/10/relationships/revisionInfo" Target="revisionInfo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viewProps" Target="view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theme" Target="theme/theme1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E9FA60-0207-D979-8D46-17E9E75E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9199F43-16CD-C60E-2D40-7D349FE29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70CD20-E496-A2C1-4B4A-0FC112ED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C20382-95A7-81BC-E636-822E3F79A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D15FDA-4CAA-AEBE-96E8-F0BBC1CA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88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3FCA68-D3EC-42FC-7AB7-D65D137B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2DA8B1-9717-CFEF-DDBE-9388C5770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24C801-07FE-409F-8DAC-BB09BBB6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EB8545-A15C-1E52-658B-81E513C2F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1A9D2A-B609-55CF-73E1-348DF2D5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81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1BFBB6-7A69-A9A8-7C04-9DF38AD30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42A915-0858-0E10-CDEA-B9F40E44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6127A1-A7DB-8CDD-6A3D-AEB0DA9A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02F03D-7639-9E67-C3DA-990FF516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3BA654-CCBD-7848-5710-208BA6A9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06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218CF9-5957-8490-97A1-BCA6B1BA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FEDE76-51B8-2517-4D7E-4009CECB4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BB9652-387E-374B-3BBF-19481F777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391921-7895-645E-713F-95AEDEA9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4D8E53-EA6A-9888-1580-7EF3505D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663CB2-3BF4-83B5-9725-01C3E36F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84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214067-FD94-DDAE-139A-85272BD0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50049C-ACB1-8200-EA16-7FC9F57A2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51A3CC3-BB23-7BC4-88FC-7D1731834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C3A469-7469-6919-4807-315FE0872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E5D740C-A761-DD1C-0AF6-6B823C6C3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DA04ECE-D838-2789-57DF-9AD41167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D8D7B97-4D90-15AB-4480-DD73DC56E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58114C2-BEB0-D5E2-BD1A-CD337C3D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445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AE3F4-4432-746D-41A9-9B28638B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D995175-354B-81C5-65F9-B6B6FEF8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E86EB13-5A90-556E-1A36-C7336788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CBC815-C051-0C13-332F-D77CAF28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21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412D6C-2DCC-99F6-9FAF-E52119A41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C12D35-C433-8F6A-592C-FA1EACB6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5C30EC-7B4D-A99D-CF3C-3F01B215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9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AA5956-F5E3-1362-B839-90E76DCA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D4E3C6-C1F7-0B70-6A69-75582E38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4D1AE6-5319-584F-E551-2EDF7A218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F51604-62F4-29CB-7B84-A92854A0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D0B9C3-D1DF-9A18-6C28-2B8D4E944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7693B7-0F16-6808-B31A-A0050ABB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46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97636D-FF1E-CAEF-F887-7F7BAD2A0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30323C-831F-FDE7-E479-66B251868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25EEA4-9415-EC39-88CD-4B6114FBA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BA94A0-0270-FF22-62AA-2B6EB14A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0F7B47-E48D-FDE8-3193-91EADA6F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B99DF4-BAC1-C8F3-02B2-A446BBC2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522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9BB27F-53A3-C915-B326-032572C6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7D6A09-B90D-5B3E-AFDB-592C8490A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229D8-5CF1-99A0-562C-BDD95EE8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170752-3AC7-419D-231C-88A59A22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4BEE5-AEE5-6FF9-DCB2-AD8542F2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93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7A3F7A-6338-2A0C-7744-397E71E40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CFEE6A-8A43-0C9F-CE9F-276B789F5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5166E6-0801-0E1E-E968-5559834F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17551-6F71-E2E2-92EA-AA8D6B2C1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EB10D3-E60F-9970-9FF2-D2B6F971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175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6CC3E-D065-B454-74C6-13FC291C0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44D3F0-DAB4-D242-E155-4B7E0F3EC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265546-EF73-2CF3-933A-53E22FF83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93B11-897B-4CA1-A2B8-CDF683E19D0E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24722E-0B48-FD2F-9D91-39C8FE1E5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B7B034-5A3E-8EC1-D017-EA3A83613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0119A0-3DE3-4596-9B0B-E0D1E2A40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484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6EAED6-3B11-772B-BAD2-17A971DD1C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Python</a:t>
            </a:r>
            <a:r>
              <a:rPr kumimoji="1" lang="ja-JP" altLang="en-US" dirty="0"/>
              <a:t>階層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09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8743B1-3EC7-5513-B8B1-DA32A5C1E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データクラス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85FD7EE-13D0-C5FE-FC89-964AA2AB2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872" y="1619280"/>
            <a:ext cx="11680255" cy="338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29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B0D670-8649-CC41-E083-F2EA3E17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データクラス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C952715-4EE7-F887-53E9-9C5C36DDF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8" y="1755028"/>
            <a:ext cx="11846564" cy="334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41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18FE35-8E0F-DD3F-8A79-0612570B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022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データクラス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B50D77D-49A6-857A-03A7-CA9FFB14C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31146"/>
            <a:ext cx="8454452" cy="554352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A02A38-C950-F7A2-D9E1-4DAF797EE983}"/>
              </a:ext>
            </a:extLst>
          </p:cNvPr>
          <p:cNvSpPr txBox="1"/>
          <p:nvPr/>
        </p:nvSpPr>
        <p:spPr>
          <a:xfrm>
            <a:off x="3844977" y="6205336"/>
            <a:ext cx="6220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Hero(name='</a:t>
            </a:r>
            <a:r>
              <a:rPr lang="ja-JP" alt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勇者</a:t>
            </a:r>
            <a:r>
              <a:rPr lang="en-US" altLang="ja-JP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hp=100, </a:t>
            </a:r>
            <a:r>
              <a:rPr lang="en-US" altLang="ja-JP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mp</a:t>
            </a:r>
            <a:r>
              <a:rPr lang="en-US" altLang="ja-JP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=20)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164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BAA09F-7D41-B8D3-72A9-438437B1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データクラス</a:t>
            </a:r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C091E613-61E6-7016-D662-73CB85ECB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85469"/>
            <a:ext cx="9743607" cy="591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9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BDA7-12BF-CDC8-963A-20341A8AB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2F6632-E2B7-A093-1C9C-90C56B72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データクラス</a:t>
            </a:r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F16EAC1-B51E-B78C-8E66-CD03915F4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67844"/>
            <a:ext cx="9713626" cy="576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20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69A10-057E-0DCE-0B92-ABC69542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C50EF2-1AA1-CAF9-346C-53EBF1CF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データクラス</a:t>
            </a: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37AA54E-CE71-5F68-9E57-43C27ED10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457" y="2332036"/>
            <a:ext cx="9978905" cy="215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0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135D-BF41-14EC-A118-259AC78B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B48211-F44A-61F7-7671-04335B58C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データクラス</a:t>
            </a:r>
            <a:r>
              <a:rPr kumimoji="1" lang="en-US" altLang="ja-JP" dirty="0"/>
              <a:t>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C788B6D-9A2D-0D8C-FEC2-CF74D9D89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611" y="1790476"/>
            <a:ext cx="10790638" cy="327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91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4F083-D9E5-3DE2-5960-E2EAD228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B991E8-0CDF-DFE2-2AD5-20DB089B4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データクラス</a:t>
            </a:r>
            <a:r>
              <a:rPr kumimoji="1" lang="en-US" altLang="ja-JP" dirty="0"/>
              <a:t>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1A8C75A-DCA8-2BE0-D922-54EADB834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111" y="1762884"/>
            <a:ext cx="10276714" cy="333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67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53CBF-199D-21BB-65BE-87112E90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CE13B4-6F45-518B-A6E2-D53BD7BFB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01FFDADE-EEEC-B10C-6FE4-CDAD137B0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27" y="2444495"/>
            <a:ext cx="11782551" cy="217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45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17A2-D5BF-090A-EF14-F9413553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075606-9636-4DBF-A0E9-75ED47773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9B27C88-7AF9-C32D-C42E-D28C44D33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03" y="1343818"/>
            <a:ext cx="11645193" cy="453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163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E9BFE-1F1B-FD48-64A5-7BFDA878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FBC21E-E2CD-E851-8D21-21842B9C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1FA479-AB29-DD09-247D-4E2F3ECD7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180" y="188731"/>
            <a:ext cx="9493770" cy="667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8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790A-36C5-544A-3EE5-507BEA1C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6A1D9B-8E78-0C1A-4A8D-71EEDC28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71530B0-D036-122B-8A42-0A2970CFE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9394" y="165739"/>
            <a:ext cx="9416296" cy="642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10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1194-8E48-B31E-C896-4098AE37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9D203-E57E-4FD5-C190-A69F66DF4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32CC4BF-0281-CEE2-6525-D853ABBB4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973" y="1178400"/>
            <a:ext cx="11075411" cy="501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6AB318-8547-28BA-539F-0F9B80B61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34321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の使い方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A8952B1F-2A1D-4AD7-198D-837892FCB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75" y="1217840"/>
            <a:ext cx="11812249" cy="397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65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9C644-E028-E445-4FD5-69FF250E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4FCC2E-A474-E6A7-CA41-C3EB52C8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CAEF1B9-5D65-9996-83A1-F405BB865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983" y="1070248"/>
            <a:ext cx="10964294" cy="531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61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23084-98B6-35EF-3916-2CADD13BB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387B7D-58F2-686C-6B6A-5E920306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BC2445D-5CA9-8EA2-B21A-2EBC7D41E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984" y="1129792"/>
            <a:ext cx="7688468" cy="516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26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FE689-30FB-4E73-020C-C104C119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E64E3-BFAB-B2F9-0335-5903DF829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7" name="コンテンツ プレースホルダー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FEDBF7C0-421E-14A4-83F9-D03949B24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129" y="1661764"/>
            <a:ext cx="10963742" cy="318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63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3A939-05AA-8B6D-E3E4-39F58CFF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09265-E3A9-4C6D-2DAC-B4F3DA45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4ED7581-C389-0AC4-5D42-31EA412FB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456" y="1173212"/>
            <a:ext cx="11625496" cy="426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56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EC32-DFF3-E938-66C7-5B52EA175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ECEF4-5922-CBEB-7682-76D91BFD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5663F36-0580-8EA8-5155-60328563F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536" y="652767"/>
            <a:ext cx="10973969" cy="598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31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66C7-1A21-D47E-569B-3FD5E65B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509DA8-1465-2C01-9E80-6D3B7659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4D47AD6-3FAC-4BFF-2721-BAD0A0714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41" y="824460"/>
            <a:ext cx="11814119" cy="570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19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AF16-910D-1A49-EDA6-DE170B52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5A6784-855D-FA65-A39D-5024500F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7540233-1250-5E91-5105-72D19E135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804" y="665379"/>
            <a:ext cx="10027487" cy="61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28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B2FA7-DFB3-C464-A0F8-3D2FE00D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A619D-7FB4-4EC8-CFE0-1A341B59C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B540288-0616-8852-A926-EE2938129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693" y="1638743"/>
            <a:ext cx="11680468" cy="286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3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DF04-28E6-BCF0-6C99-A9082EEF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B341AC-9DF3-3F5E-1A6B-765711A4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11C06B8-162D-A3F3-C120-9F90851E9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427" y="1342185"/>
            <a:ext cx="11617146" cy="41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44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2E8BD-0456-0C80-2A36-228B22C7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5013D-3BAE-61B6-0ECB-AA52C2275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D252323F-86DF-1735-F095-935B26342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161" y="702225"/>
            <a:ext cx="9917091" cy="618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23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80B22-C2A6-8179-D79E-D6C5C73A0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D3A485-EE0A-0ECA-8EAE-6B7DEEED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1721EFF4-AA1C-A416-3FBA-8567C63F3C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278" y="1212718"/>
            <a:ext cx="11758921" cy="42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15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19E4-0925-4A84-515D-54D55267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1D35C5-DB23-359C-7F0B-FD049F8BA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578A31D-D78A-035C-9B85-5390C15C3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73" y="824459"/>
            <a:ext cx="11397055" cy="566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88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E98E-E2FD-E115-061D-D4652C05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3B86FD-D3A7-287F-9B88-7F410C1D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766DAB2-BC37-D197-3BCF-94AE14256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302" y="1527648"/>
            <a:ext cx="11741829" cy="281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60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F2EC-384F-920E-1A5C-652BCA68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20AB71-CCE6-8FDF-4B54-1B4570946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C7934CA-BA62-7AF8-DE5F-1DCD5274F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169" y="1002716"/>
            <a:ext cx="12033831" cy="415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21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9BB5F-BC35-54E4-C41A-8B8802EC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AF63D3-C5A6-FBFC-292D-C2F1C94AA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06204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r>
              <a:rPr kumimoji="1" lang="ja-JP" altLang="en-US" dirty="0"/>
              <a:t>コード解説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25D75F5-F92A-725D-D061-4CF2BC3D4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399" y="1243127"/>
            <a:ext cx="11619201" cy="437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42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F06A-AD58-819B-B0E6-7C00A932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A384C0-5BFE-3159-E8A8-E32895E40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@property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4081633-24CA-1539-F473-2A9D450CD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832" y="1343818"/>
            <a:ext cx="10999603" cy="488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955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CE7E-3177-F1EC-5577-6957B67D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DBB375-6A1D-092C-4065-CC4A426C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 err="1"/>
              <a:t>Abc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基底クラス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D9C8C40-84C5-3793-2486-2B2891A5B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224" y="1733564"/>
            <a:ext cx="10874360" cy="304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177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6E7-1F86-10A5-F875-EDD1DA78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2CB1A1-CF75-64FB-19AC-E5C8A96C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 err="1"/>
              <a:t>Abc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基底クラス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457DAD2-74F1-CFAD-99A6-FF927F0CE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49" y="1073611"/>
            <a:ext cx="10712830" cy="50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73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A5195-BD29-EA33-7082-79EF372A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753D41-1CF5-8C00-BD2D-B787EA17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 err="1"/>
              <a:t>Abc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基底クラス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859A62D-2833-891A-30E5-03718949A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75" y="1061127"/>
            <a:ext cx="8457359" cy="563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0182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5977-68B2-0D4C-53DA-76B106A6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5A4F9D-45B0-7C90-0DF7-64DAC458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 err="1"/>
              <a:t>Abc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基底クラス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51A078E-7EBE-B03D-AFD5-06EBC2365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57" y="1038307"/>
            <a:ext cx="10032674" cy="566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16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6F429-4E2B-2C2B-8EA1-F320E479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DCB192-E267-B869-5385-7146D30B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 err="1"/>
              <a:t>Abc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基底クラス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02FC6F0-319D-C18B-DD27-9F828E968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602" y="971186"/>
            <a:ext cx="8900477" cy="608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56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D8C40-250D-3C25-2587-4D3368ED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162306-DB4C-DB00-5665-F068AF42C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 err="1"/>
              <a:t>Abc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基底クラス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236ABA0-FD0C-370C-FBB8-85E7CC442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45" y="2123893"/>
            <a:ext cx="10907822" cy="205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70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8A587-2095-B25F-1EC3-AACB3675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13F6BB-BB68-0675-C7DA-2370F4A6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 err="1"/>
              <a:t>Abc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基底クラス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0ECB3A8-7666-9AC0-0F1E-33417BC5D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772" y="1010011"/>
            <a:ext cx="10033510" cy="57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51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4B25-8DEC-348D-BA2C-B5B9F869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01468F-9E91-C866-58F3-B2C1F13A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単体テスト</a:t>
            </a:r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5AD22A4A-CE7F-5658-CAED-848E263C0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549" y="2444296"/>
            <a:ext cx="10937782" cy="196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93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711A2-A1B2-B4FF-38D6-F4673AB02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26C02B-FD3A-3153-984B-6B4B2D7D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単体テスト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E4ED47D2-6CFE-F079-E60C-2860080D7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387" y="1343818"/>
            <a:ext cx="11108039" cy="43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324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9F8D2-C790-81F6-A412-D0918CBB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DACB42-32C4-0E60-089B-725BCB78A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単体テスト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CD0D4A4-341C-E4E8-D6B0-4A11E70DF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017" y="1609758"/>
            <a:ext cx="11066429" cy="363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19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C9C6-3231-0685-10C3-5207E3D9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BAC5E5-1981-4CAF-CEE8-EB18A751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単体テスト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930CC56C-B9F1-359F-9A09-C6189A876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812" y="1025143"/>
            <a:ext cx="7794659" cy="566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453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4B38-0F0C-143F-BE90-DC309E06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9D9AB6-05FF-FB09-D1E3-40F5E2D7E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単体テスト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CA58D01-29C9-3368-9C47-0450AEA44D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51" y="911225"/>
            <a:ext cx="8747492" cy="581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784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97C0-2C08-E929-D1DE-941D2FF4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5EBE9E-71C5-3B77-60B3-E9C74218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単体テスト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997235B-0B67-8087-572E-2F5380E5A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571" y="960420"/>
            <a:ext cx="7731019" cy="576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03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C10BD-87AF-12DB-6BE8-D707DEF73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BF710-EE2C-A494-6A66-D413B00E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単体テスト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0616DD2-1F68-059A-71C2-E8AB7D4C3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821" y="911225"/>
            <a:ext cx="8925100" cy="585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86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1AB6-AF66-B02C-4FB1-109FDA84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CA227D-8F2E-25CA-88FA-BF8488898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単体テスト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6281838-1A5E-3BB4-93EF-CF678C29A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356" y="1092664"/>
            <a:ext cx="10846194" cy="514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253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E8D0-BA7A-9F04-B6C8-7485F2396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8EE677-0C0F-E4A5-6433-55CD13E9E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単体テスト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4A0D0817-2175-19BF-B628-8736D39AF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09" y="894995"/>
            <a:ext cx="9754861" cy="587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675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758A-C6B4-9296-FA3C-ED9D23D3C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4BF006-E096-BB5F-2DAD-07DF77DE3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logging</a:t>
            </a:r>
            <a:r>
              <a:rPr kumimoji="1" lang="ja-JP" altLang="en-US" dirty="0"/>
              <a:t>ロギング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7DFA386C-19E7-A605-A895-E138281E6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030" y="2272811"/>
            <a:ext cx="11136314" cy="205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07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DE33-394F-5D35-0A5E-932B7696C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2DC310-3A5A-85F8-6AE4-82297ED8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logging</a:t>
            </a:r>
            <a:r>
              <a:rPr kumimoji="1" lang="ja-JP" altLang="en-US" dirty="0"/>
              <a:t>ロギング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6905E046-F53C-9934-DD48-71E016BCD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27" y="1080476"/>
            <a:ext cx="11508011" cy="558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12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967FA-F432-DF92-4EBB-B832DAAB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71DCE-1490-3614-B451-7D8ED257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logging</a:t>
            </a:r>
            <a:r>
              <a:rPr kumimoji="1" lang="ja-JP" altLang="en-US" dirty="0"/>
              <a:t>ロギング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804A7BC2-3BC0-FE1F-020B-39763897D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342" y="1031147"/>
            <a:ext cx="8936530" cy="590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940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DECA-D19D-D48D-228A-4E619620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65542-21B5-DD00-8958-DACDE997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logging</a:t>
            </a:r>
            <a:r>
              <a:rPr kumimoji="1" lang="ja-JP" altLang="en-US" dirty="0"/>
              <a:t>ロギング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9360A072-63B4-BC89-BC9D-183FB2A5E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815" y="960979"/>
            <a:ext cx="9336821" cy="580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248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816A-7788-024C-9EEC-6DC637957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6520A-B671-B6E0-F116-0013AB4B0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logging</a:t>
            </a:r>
            <a:r>
              <a:rPr kumimoji="1" lang="ja-JP" altLang="en-US" dirty="0"/>
              <a:t>ロギング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71F6C67C-C6EF-758E-83B5-7FB762178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002" y="1016028"/>
            <a:ext cx="11471305" cy="467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7028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F4E6-4B46-5C56-8A7E-279828455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3CFC13-1084-AE27-8BE2-4CEAA823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logging</a:t>
            </a:r>
            <a:r>
              <a:rPr kumimoji="1" lang="ja-JP" altLang="en-US" dirty="0"/>
              <a:t>ロギング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58E9F2AA-0458-7D9B-14D8-9D326D2F5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5048" y="0"/>
            <a:ext cx="8196952" cy="630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156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1FACD-75B8-A66E-9E91-2603521F3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1F7723-6EBA-27B4-0237-85D03D2AE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logging</a:t>
            </a:r>
            <a:r>
              <a:rPr kumimoji="1" lang="ja-JP" altLang="en-US" dirty="0"/>
              <a:t>ロギング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4C32E90C-0C41-E68C-E9D2-B4D7A1C03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453" y="1498241"/>
            <a:ext cx="10857280" cy="40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447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2E3D3-A67D-89D4-1BA2-33666753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CCBA06-CEBB-E6C3-74FE-4338122C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logging</a:t>
            </a:r>
            <a:r>
              <a:rPr kumimoji="1" lang="ja-JP" altLang="en-US" dirty="0"/>
              <a:t>ロギング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EE0163C-5C78-F7EC-DADE-A75212D17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943" y="1088183"/>
            <a:ext cx="10515600" cy="559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175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5CA6-DC3C-AC21-78AC-E491A6F8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2D2B9-4900-41C0-BD39-F0803870F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デバッガ</a:t>
            </a:r>
            <a:r>
              <a:rPr lang="en-US" altLang="ja-JP" dirty="0"/>
              <a:t>Debugger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64756A-48C5-9530-BFAA-EE688963B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455" y="1790806"/>
            <a:ext cx="11743090" cy="327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003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C463-B2F3-AA90-BFAF-39B1444A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5509D6-E6AF-CD3D-3D47-A5B723A24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デバッガ</a:t>
            </a:r>
            <a:r>
              <a:rPr lang="en-US" altLang="ja-JP" dirty="0"/>
              <a:t>Debugger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46F5DE2-C0FD-81DC-46A7-17375CD7C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949" y="1193917"/>
            <a:ext cx="8717051" cy="538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088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DF70-9EE6-999E-4D0F-BB8EC120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7941FD-A6B2-1109-6E98-3569D666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デバッガ</a:t>
            </a:r>
            <a:r>
              <a:rPr lang="en-US" altLang="ja-JP" dirty="0"/>
              <a:t>Debugger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587A331-46E7-987D-ABC6-9AF0B1A1B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056" y="908726"/>
            <a:ext cx="9370580" cy="586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064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51DBC-DBC9-BC75-6507-36DDB4772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C356B-5F07-00AD-68E8-C351B81C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デバッガ</a:t>
            </a:r>
            <a:r>
              <a:rPr lang="en-US" altLang="ja-JP" dirty="0"/>
              <a:t>Debugger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7074CE8-D496-097C-429B-57C10CA20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404" y="1420627"/>
            <a:ext cx="10985192" cy="401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035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C4CC0-F4F9-E2F6-0C54-65AAE45C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19B6A5-2753-BC76-7DAF-056A1179B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デバッガ</a:t>
            </a:r>
            <a:r>
              <a:rPr lang="en-US" altLang="ja-JP" dirty="0"/>
              <a:t>Debugger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93BFC45-7C68-6F63-8CE7-C60B84BBC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758" y="1865564"/>
            <a:ext cx="10841092" cy="272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593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7F16-338D-CA49-EFD3-536E28B2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AC9A15-4DA3-7443-142A-9A650B21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デバッガ</a:t>
            </a:r>
            <a:r>
              <a:rPr lang="en-US" altLang="ja-JP" dirty="0"/>
              <a:t>Debugger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14996B2-0F6C-6EAB-9CBD-C90166F90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793" y="1225055"/>
            <a:ext cx="10515599" cy="528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280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6B19D-5236-E658-F3F2-435D0F2D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F2F0BD-D7D7-7F7E-245A-AC22830C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デバッガ</a:t>
            </a:r>
            <a:r>
              <a:rPr lang="en-US" altLang="ja-JP" dirty="0"/>
              <a:t>Debugger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FF2CA6C-E126-A59F-8DD0-F1B63DA09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680" y="1158789"/>
            <a:ext cx="10755140" cy="516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412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1578-2911-ACD8-8543-CA28486BC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66B19-5D91-917D-854A-AFF5E1B5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デバッガ</a:t>
            </a:r>
            <a:r>
              <a:rPr lang="en-US" altLang="ja-JP" dirty="0"/>
              <a:t>Debugger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73F59FA-D800-5041-8B27-41F64ADD6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66" y="1095467"/>
            <a:ext cx="11135917" cy="53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705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4F605-261E-FE5C-553D-E1526BDF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02C50F-C938-34B4-87EA-E7F4C73F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並行処理</a:t>
            </a:r>
            <a:r>
              <a:rPr lang="en-US" altLang="ja-JP" dirty="0"/>
              <a:t>(Concurrency)1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78B8C11-1443-4A69-5431-F4400C8C9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036" y="1791731"/>
            <a:ext cx="11188794" cy="358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492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0163-DD7D-E844-93A7-D331DCEF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418B24-4EFB-C3AE-DE93-DD594453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並行処理</a:t>
            </a:r>
            <a:r>
              <a:rPr lang="en-US" altLang="ja-JP" dirty="0"/>
              <a:t>(Concurrency)2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963C97E-0A16-92B5-A719-BFBC1586A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039" y="1569680"/>
            <a:ext cx="11054766" cy="375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720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8A110-49B0-41D7-D095-8552BA52D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DCF59-1F3A-42D8-D792-C6C140EC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並行処理</a:t>
            </a:r>
            <a:r>
              <a:rPr lang="en-US" altLang="ja-JP" dirty="0"/>
              <a:t>(Concurrency)3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D7FF6DF-C068-F621-1B24-02E8ACA61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085" y="1343818"/>
            <a:ext cx="10719695" cy="538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206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B804-0E31-11C5-AE6B-8D689A261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A16EA6-19A2-399C-28C5-3232BA77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450781"/>
          </a:xfrm>
        </p:spPr>
        <p:txBody>
          <a:bodyPr/>
          <a:lstStyle/>
          <a:p>
            <a:r>
              <a:rPr lang="ja-JP" altLang="en-US" dirty="0"/>
              <a:t>並行処理</a:t>
            </a:r>
            <a:br>
              <a:rPr lang="en-US" altLang="ja-JP" dirty="0"/>
            </a:br>
            <a:r>
              <a:rPr lang="en-US" altLang="ja-JP" dirty="0"/>
              <a:t>(Concurrency)4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4F66711-CD15-E3DC-48D3-23CE74A6D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8336" y="87445"/>
            <a:ext cx="7603854" cy="67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540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A6A5-00D3-68DC-6BCD-D7562CA7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C8A4DE-3D83-B4C2-8D2F-F05B91B5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並行処理</a:t>
            </a:r>
            <a:r>
              <a:rPr lang="en-US" altLang="ja-JP" dirty="0"/>
              <a:t>(Concurrency)5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04CF782-9DA8-723B-32A7-EB296FF19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305" y="909986"/>
            <a:ext cx="9776015" cy="593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499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99DA-845D-CE24-B06C-5090C257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BF6826-C681-23F3-B721-8F0D9F10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570702"/>
          </a:xfrm>
        </p:spPr>
        <p:txBody>
          <a:bodyPr/>
          <a:lstStyle/>
          <a:p>
            <a:r>
              <a:rPr lang="ja-JP" altLang="en-US" dirty="0"/>
              <a:t>並行処理</a:t>
            </a:r>
            <a:br>
              <a:rPr lang="en-US" altLang="ja-JP" dirty="0"/>
            </a:br>
            <a:r>
              <a:rPr lang="en-US" altLang="ja-JP" dirty="0"/>
              <a:t>(Concurrency)6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5C3029B-E40C-3072-CD8B-53000F377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5421" y="18255"/>
            <a:ext cx="6198048" cy="675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517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0B24-CF13-96DA-7742-FCCF2316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ADEB43-6AE0-4FE8-CC5E-19F95DCB8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並行処理</a:t>
            </a:r>
            <a:r>
              <a:rPr lang="en-US" altLang="ja-JP" dirty="0"/>
              <a:t>(Concurrency)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B344FBE-ACEF-FB97-CC6F-EBE9DC393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689" y="899364"/>
            <a:ext cx="8080507" cy="596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4132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CEDD-2ED0-A1ED-912B-F911B56C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5EA48D-5F61-BF3F-2850-E861ADBE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</a:t>
            </a:r>
            <a:r>
              <a:rPr lang="en-US" altLang="ja-JP" dirty="0"/>
              <a:t>lru_cache(</a:t>
            </a:r>
            <a:r>
              <a:rPr lang="ja-JP" altLang="en-US" dirty="0"/>
              <a:t>メモ化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A7907FA-487E-FF73-25D4-3173B8B14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990" y="2107217"/>
            <a:ext cx="11622020" cy="264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566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B2F37-FB71-4C46-766A-FB28A61CB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71AB14-7FBF-C1EB-DBD5-C575D335B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</a:t>
            </a:r>
            <a:r>
              <a:rPr lang="en-US" altLang="ja-JP" dirty="0"/>
              <a:t>lru_cache(</a:t>
            </a:r>
            <a:r>
              <a:rPr lang="ja-JP" altLang="en-US" dirty="0"/>
              <a:t>メモ化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4D9328E-1C7C-ED37-3465-63CE9A37C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196" y="941206"/>
            <a:ext cx="9217460" cy="590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465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F54D-82B1-DAD4-FFED-1E5EF39B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31770-A4F8-F752-4EA3-52E9FB01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</a:t>
            </a:r>
            <a:r>
              <a:rPr lang="en-US" altLang="ja-JP" dirty="0"/>
              <a:t>lru_cache(</a:t>
            </a:r>
            <a:r>
              <a:rPr lang="ja-JP" altLang="en-US" dirty="0"/>
              <a:t>メモ化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F9B47EE-3150-181B-797C-488854EA1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335" y="1583963"/>
            <a:ext cx="11582987" cy="214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174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D9875-964E-51EB-A192-54FF442F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70F780-2FEC-8E74-90C9-A0C8CE532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</a:t>
            </a:r>
            <a:r>
              <a:rPr lang="en-US" altLang="ja-JP" dirty="0"/>
              <a:t>lru_cache(</a:t>
            </a:r>
            <a:r>
              <a:rPr lang="ja-JP" altLang="en-US" dirty="0"/>
              <a:t>メモ化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9EFD498-5A40-78FA-B581-469A19E34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61" y="926236"/>
            <a:ext cx="9144051" cy="57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DCC78-8F57-5D91-3A50-A69C1B715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4A6D7F-BF20-8F9B-5CC5-CED8847E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</a:t>
            </a:r>
            <a:r>
              <a:rPr lang="en-US" altLang="ja-JP" dirty="0"/>
              <a:t>lru_cache(</a:t>
            </a:r>
            <a:r>
              <a:rPr lang="ja-JP" altLang="en-US" dirty="0"/>
              <a:t>メモ化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C6020FB-F854-85FE-7EF7-26E5AB0BE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03" y="1860090"/>
            <a:ext cx="9938328" cy="218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561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5FB6-E686-599C-DEBF-EFD33E30E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AD44E6-41EB-D980-8079-3EA28FF5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</a:t>
            </a:r>
            <a:r>
              <a:rPr lang="en-US" altLang="ja-JP" dirty="0"/>
              <a:t>lru_cache(</a:t>
            </a:r>
            <a:r>
              <a:rPr lang="ja-JP" altLang="en-US" dirty="0"/>
              <a:t>メモ化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0AE3547-64A4-2D3A-015E-F2C9C5F60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867" y="941925"/>
            <a:ext cx="9797089" cy="589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44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729A9-099D-796B-3365-E6E8428DD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33ADB0-F8DB-F4F2-BDAF-15CF29F5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</a:t>
            </a:r>
            <a:r>
              <a:rPr lang="en-US" altLang="ja-JP" dirty="0"/>
              <a:t>lru_cache(</a:t>
            </a:r>
            <a:r>
              <a:rPr lang="ja-JP" altLang="en-US" dirty="0"/>
              <a:t>メモ化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4B1D198-03AD-ED30-0988-8428E5AEC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599" y="962098"/>
            <a:ext cx="10903160" cy="573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770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8D3D-516A-FE0C-7C84-2F3390F7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C252E4-86CD-DA4F-F388-911E6AB4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</a:t>
            </a:r>
            <a:r>
              <a:rPr lang="en-US" altLang="ja-JP" dirty="0"/>
              <a:t>lru_cache(</a:t>
            </a:r>
            <a:r>
              <a:rPr lang="ja-JP" altLang="en-US" dirty="0"/>
              <a:t>メモ化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17A8D4D-9BEA-1D28-01BE-6450AE05C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374" y="1319478"/>
            <a:ext cx="11199639" cy="421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455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39A4-7C9A-957A-946C-00B2EAADE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2EADF9-0E41-CCD0-F2AE-FF6232DF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@</a:t>
            </a:r>
            <a:r>
              <a:rPr lang="en-US" altLang="ja-JP" dirty="0"/>
              <a:t>lru_cache(</a:t>
            </a:r>
            <a:r>
              <a:rPr lang="ja-JP" altLang="en-US" dirty="0"/>
              <a:t>メモ化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D3361EB-6DCB-FE79-EEEA-1EB2A04D8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920" y="2170482"/>
            <a:ext cx="11248003" cy="251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904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370B-7E63-75E3-9A17-0B7F4CF4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47D34-1A79-9FEF-B148-CD2267EB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Map</a:t>
            </a:r>
            <a:r>
              <a:rPr kumimoji="1" lang="ja-JP" altLang="en-US" dirty="0"/>
              <a:t>と</a:t>
            </a:r>
            <a:r>
              <a:rPr kumimoji="1" lang="en-US" altLang="ja-JP" dirty="0"/>
              <a:t>filter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14397E2-87E9-7AFB-8858-6054DC446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461" y="720295"/>
            <a:ext cx="11163936" cy="607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983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67315-269E-396C-4A72-6DDB192C0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3DA93-4C06-0AAC-A7F4-CEAA0FDC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Map</a:t>
            </a:r>
            <a:r>
              <a:rPr kumimoji="1" lang="ja-JP" altLang="en-US" dirty="0"/>
              <a:t>と</a:t>
            </a:r>
            <a:r>
              <a:rPr kumimoji="1" lang="en-US" altLang="ja-JP" dirty="0"/>
              <a:t>filter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736027F-6831-7E53-F6D8-279D619E7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2020" y="82222"/>
            <a:ext cx="6403580" cy="669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670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67733-479F-220A-1D99-9A8552B8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C54F97-C9D5-8FA1-DACD-E2BDD1FA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Map</a:t>
            </a:r>
            <a:r>
              <a:rPr kumimoji="1" lang="ja-JP" altLang="en-US" dirty="0"/>
              <a:t>と</a:t>
            </a:r>
            <a:r>
              <a:rPr kumimoji="1" lang="en-US" altLang="ja-JP" dirty="0"/>
              <a:t>filter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B93FDB6-2289-5094-CCAB-DD0344B4F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185" y="1656536"/>
            <a:ext cx="11383630" cy="323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273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5DF8C-2C28-052B-9A08-6D9727E2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BCA99A-880D-6E56-392F-35D1EE04F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Map</a:t>
            </a:r>
            <a:r>
              <a:rPr kumimoji="1" lang="ja-JP" altLang="en-US" dirty="0"/>
              <a:t>と</a:t>
            </a:r>
            <a:r>
              <a:rPr kumimoji="1" lang="en-US" altLang="ja-JP" dirty="0"/>
              <a:t>filter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7B1E2EC-F8B4-2AA0-C0CA-60B5B210E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0874" y="18255"/>
            <a:ext cx="7377054" cy="674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886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97B8-0C1E-D98D-DFFF-26E9D5E7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29618C-A526-37D6-5012-287B147B7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Map</a:t>
            </a:r>
            <a:r>
              <a:rPr kumimoji="1" lang="ja-JP" altLang="en-US" dirty="0"/>
              <a:t>と</a:t>
            </a:r>
            <a:r>
              <a:rPr kumimoji="1" lang="en-US" altLang="ja-JP" dirty="0"/>
              <a:t>filter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82DD19A-9139-9C8C-EA75-E4E4335EC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4979" y="269823"/>
            <a:ext cx="9247021" cy="600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601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25F0D-EDCF-AA9E-ED45-0B86EC27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4F9CF-6D43-E695-F0C0-4F0999D5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Map</a:t>
            </a:r>
            <a:r>
              <a:rPr kumimoji="1" lang="ja-JP" altLang="en-US" dirty="0"/>
              <a:t>と</a:t>
            </a:r>
            <a:r>
              <a:rPr kumimoji="1" lang="en-US" altLang="ja-JP" dirty="0"/>
              <a:t>filter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1E72ED6-E2FB-0F60-3A34-68BF4A98A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8465" y="18254"/>
            <a:ext cx="8663535" cy="603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142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F6993-3FF0-F1A6-A498-18B6FCF4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399D04-9006-FEF2-6CBA-EA152FACF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Map</a:t>
            </a:r>
            <a:r>
              <a:rPr kumimoji="1" lang="ja-JP" altLang="en-US" dirty="0"/>
              <a:t>と</a:t>
            </a:r>
            <a:r>
              <a:rPr kumimoji="1" lang="en-US" altLang="ja-JP" dirty="0"/>
              <a:t>filter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61B5371-1A53-33DF-DB9F-2882247FA2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428" y="1157507"/>
            <a:ext cx="10829848" cy="372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895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AEEB-AA3F-3CFC-DB20-6B6F3CDD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2722C2-3A45-8BA1-3580-72CC34BBE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270F01C-029B-CAA4-E056-1054F3CE0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225" y="2060429"/>
            <a:ext cx="11100527" cy="251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8773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22F2F-F6F2-D4E1-FEAB-49E9954D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4617A-4613-C08A-530E-54E34445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2751E1E1-DA84-42B2-0A13-EF2121E60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302" y="1448493"/>
            <a:ext cx="11687506" cy="246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079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015D-48AD-65AF-3B00-13F082D6D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9BB87B-280C-D4B8-0A54-C5E9F0CC4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CDC3226-553A-486E-4F4B-20EA3737B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666" y="884420"/>
            <a:ext cx="10515599" cy="591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175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0FBE5-E1C0-75C6-B044-BD5A28167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E4D887-46FB-E814-6A67-D5BD43475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7" name="コンテンツ プレースホルダー 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903C04B-F713-4485-D4EA-F09DCFD98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721" y="1907498"/>
            <a:ext cx="11758558" cy="304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431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3079-FB0F-BBEC-2ADE-D424F2B9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3DEA79-75A5-D190-3BF2-6D20B712D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3E7F783-3D14-C210-E0CF-B189F787C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297" y="628534"/>
            <a:ext cx="10201346" cy="63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815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D4835-ED4E-7B02-8550-226BC931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3D096-0360-0B0E-E53B-0F8254B6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8B7C81C-C19D-2331-D189-521F48875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05" y="718333"/>
            <a:ext cx="10701344" cy="609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348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B014-A979-8EA4-E260-22ECF64E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05442-C3F3-A679-84F1-43C556234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99017F8-AAD3-C0CA-F1D5-4A8C0988B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529" y="723656"/>
            <a:ext cx="11206946" cy="610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934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AB47-9A76-7745-2F0B-EA9B8DF42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60D5A-F0F6-718B-4F15-0FE6E320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EC01B6F-390F-B8B0-41C3-B44120412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283" y="684292"/>
            <a:ext cx="10220327" cy="591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5521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6ABEB-64F9-3949-7069-6AA0A546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970766-A836-9BCB-817C-6798379E9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CC1333C-FB9E-BAB8-A40B-31C6C69FF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90" y="1038160"/>
            <a:ext cx="11742530" cy="391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2474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31742-C209-A040-58C5-4FF103D82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87A4D7-CD26-8722-6D05-E2A121FC1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D28D985-49D9-D919-413A-D04BA6247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084" y="1095049"/>
            <a:ext cx="11572175" cy="401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9486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8B630-30B9-E3F3-839F-7D3CBA245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E30732-EAFC-FB61-0653-9DBBEEE4F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A95F5DA-3049-0CBD-3F5C-2F7BA1541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703" y="2118016"/>
            <a:ext cx="11618594" cy="262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1513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D8D62-1DAF-1C3E-CC02-9AFD09FD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BDBBE-EBF6-D309-EAE6-116642465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F71DE2C-C6FA-CD0F-6BB8-B9041CFFB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716" y="884420"/>
            <a:ext cx="11682568" cy="584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728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B514B-D3B6-E826-1B0F-0A222DC1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DBDEC-8176-0A6F-8F51-30221B3B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ED5016A-86F7-6285-C3EB-095EF551A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630" y="884420"/>
            <a:ext cx="11667579" cy="590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8696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261E2-F681-66E6-B82C-73601C6C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58E8E2-D1EA-7698-0EB1-2477D036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F7A318A-EAE8-4A7E-71DE-5BDA8FAF3C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535" y="745229"/>
            <a:ext cx="11930537" cy="585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719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FD32C-12AE-13EF-8361-3CBF8788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54E606-8DB9-FD2B-2E84-E407D257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303EAB9-231C-B458-796C-2A63828B7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229" y="1767349"/>
            <a:ext cx="11688727" cy="247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030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C5AE2-D544-BA8F-B103-B5358E185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8EB8D-F414-1CCA-FC60-15D06CB84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42C28F9A-2573-6D11-1B66-54A9D72FF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92" y="1061842"/>
            <a:ext cx="11726839" cy="521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0658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C1372-30DC-0D82-2022-EABD1641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F5CE7C-FFD6-5A6A-3AE8-A6B44E92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モジュール解説</a:t>
            </a:r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03F4A39-E0C9-777D-ED5A-BFD35D3C4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466" y="1657103"/>
            <a:ext cx="11461086" cy="298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5449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D9B0-007A-CABD-8EC1-D5F08E9C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BC89BE-40C0-8F56-6310-D0A78CC1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08F8CBC-448F-2256-F227-219CF8B3C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829" y="1988138"/>
            <a:ext cx="11229641" cy="237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8133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6928A-F023-14A9-ACBD-AA6533FEF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4D240-1BFE-4CD5-FB50-28D8ECBD4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377E7B1-011C-66C6-9E5B-E9ABA8815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951" y="884420"/>
            <a:ext cx="8225453" cy="584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8720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4E35C-3635-13E7-A8A0-8A078CE3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42548A-B0CF-E99E-AD91-48D2D2339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6D1BE77-162E-6E3B-CF28-694F7B3BA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937" y="2271280"/>
            <a:ext cx="11022125" cy="231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1515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22678-8C7A-5E54-767D-B6CEB33C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9C783-E531-2F5F-F1E0-161A5E51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9F70C10-E2E9-7908-1ECD-085D24DE8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872" y="1123344"/>
            <a:ext cx="11098653" cy="542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3752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1B69-91A8-5C0F-9FF5-BFAE5D84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8E5759-6406-E7DD-7504-DF760798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4F59E4C-AC49-E1BC-C51F-6BB4C9F95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098" y="884420"/>
            <a:ext cx="10515600" cy="592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6973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5FAED-C267-199A-6A44-ACEAF28E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F4B189-29F3-CCC9-BED7-4C1305076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3B9B542-8649-3617-642E-858066348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779" y="674347"/>
            <a:ext cx="9378847" cy="601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8076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A23EA-C7E0-283C-16A7-76A9489C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105244-CA20-4D1B-BEED-D9866C48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22F3DA7-7466-764B-B810-B805C41EB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272" y="1380839"/>
            <a:ext cx="11589967" cy="358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4054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0668A-F14D-5BAC-79FE-22909355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EE62E-4A4E-6D28-CB80-15CDBFFED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6AF82F1-F6E5-84BB-3AE1-1C0EC1EC2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30" y="1823247"/>
            <a:ext cx="11657388" cy="243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69209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F58B-C4AF-A1BF-41C4-A201B7D7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30A23-1119-D20D-FFFA-B3A22706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83618B9-F5FD-05A6-AC9A-E4E27B497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10" y="884420"/>
            <a:ext cx="7631035" cy="595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8691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310F-B0AA-0241-F9B2-DFAC8122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B4C440-5345-FEE3-C50F-BA59A103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5D81F43-CDCE-7D8C-D3E2-BF09D7EF8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638" y="1168876"/>
            <a:ext cx="11762723" cy="452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0386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786C-B54B-FC13-3131-9D0E8F7D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1B3B04-AD00-C82B-B22B-CF12B0E0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7DF73E2-AC46-8D0A-A565-5E1330501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802" y="1126423"/>
            <a:ext cx="11321546" cy="479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5797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A4C38-EB71-00E8-0978-7F2B8086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39C52E-A519-0273-D9C7-F26EB0C5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7078363-28F1-B9C4-A2A1-F3399B587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249" y="884420"/>
            <a:ext cx="11266207" cy="547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4792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66A6-935B-9F53-56F8-6580619BB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B82376-7C16-8382-D86D-5E858266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3798FE0-2FCD-017C-8CA1-3DEE7D9C87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651" y="749292"/>
            <a:ext cx="11772510" cy="577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11421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9526-9236-80DB-FB84-23E707F5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C14829-F6DD-BD64-0418-C792E840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B59DC35-D007-22E6-FC77-3521E7EC9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776" y="895663"/>
            <a:ext cx="11691394" cy="517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5676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B34F3-5B42-6A82-3395-9CB8F58D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AE3EE1-50CF-C5AF-7FA7-B2B6DC32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3CCFE62-8785-636E-C58B-7951567E8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314424"/>
            <a:ext cx="11992131" cy="30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4380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1E499-0B22-8651-D370-EAA557FE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C045E1-37B4-0181-43E8-692B7603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0DE1D520-09FA-8932-47D2-8442FF1A5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11" y="884420"/>
            <a:ext cx="11564609" cy="510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7133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C4567-68A6-77A9-67F3-7A46488E9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74A523-5653-534F-7404-1797643EC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DE7A4F2-1D39-9213-B1BC-EB2F1624B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390" y="1060554"/>
            <a:ext cx="11531219" cy="473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5847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FF3C2-B182-7A04-2C46-B2E34A4E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5D996-D2F5-087B-B1D2-564E24BC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 err="1"/>
              <a:t>Itertools</a:t>
            </a:r>
            <a:r>
              <a:rPr kumimoji="1" lang="ja-JP" altLang="en-US" dirty="0"/>
              <a:t>モジュール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FEA052D-16AA-3591-2372-6792F0F92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148" y="1094281"/>
            <a:ext cx="11379704" cy="49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2809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1454-877F-5927-3E97-E15F2F24E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5191EE-E06E-5476-A776-C2BB8FFDE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Lint</a:t>
            </a:r>
            <a:r>
              <a:rPr kumimoji="1" lang="ja-JP" altLang="en-US" dirty="0"/>
              <a:t>リントツール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1446B50-8EFD-14C2-FFAD-DBD9854C8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172" y="2062949"/>
            <a:ext cx="11571655" cy="208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7670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344C-40CD-22D3-DB85-34B05C78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0BF3B8-E927-5C77-8F0B-1FB24D8A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Lint</a:t>
            </a:r>
            <a:r>
              <a:rPr kumimoji="1" lang="ja-JP" altLang="en-US" dirty="0"/>
              <a:t>リントツール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28FBB7E-A9AD-FA38-DEBF-CA7597B23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456" y="1100370"/>
            <a:ext cx="10244144" cy="535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938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74E7-15D5-03D5-AD62-3381CF787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D0B1C7-A68B-ED96-130F-E48B991A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Lint</a:t>
            </a:r>
            <a:r>
              <a:rPr kumimoji="1" lang="ja-JP" altLang="en-US" dirty="0"/>
              <a:t>リントツール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AF1A5BC-3FAD-6F33-9882-E13D9D4AF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177" y="742851"/>
            <a:ext cx="10762564" cy="596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3941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1569-386E-5CF5-369F-ADCCED8D7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B479F3-00D7-7B47-8E20-5FC0C428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Lint</a:t>
            </a:r>
            <a:r>
              <a:rPr kumimoji="1" lang="ja-JP" altLang="en-US" dirty="0"/>
              <a:t>リントツール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DE3C560-D69C-D0F3-02E5-827D15C79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06" y="1078233"/>
            <a:ext cx="11389552" cy="51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2212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51874-A23E-21DC-991B-5093CCFD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08F840-EB7F-A4A6-ECC3-885028E7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Lint</a:t>
            </a:r>
            <a:r>
              <a:rPr kumimoji="1" lang="ja-JP" altLang="en-US" dirty="0"/>
              <a:t>リントツール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F03BD71-1271-459A-B0F3-62A4F6B67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687" y="884420"/>
            <a:ext cx="10209999" cy="56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1343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4FAA9-AC15-FEB3-181F-297FE8297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82FE24-5A6D-D1A7-1297-9F3995BF1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Lint</a:t>
            </a:r>
            <a:r>
              <a:rPr kumimoji="1" lang="ja-JP" altLang="en-US" dirty="0"/>
              <a:t>リントツール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4A07F38-7060-BCD6-06EF-1E4133B20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061" y="1511768"/>
            <a:ext cx="10799409" cy="383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2284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9C41-D6A6-769C-B9EA-653B1E2DD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5E458B-BDBC-D2AF-7209-35F723457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en-US" altLang="ja-JP" dirty="0"/>
              <a:t>Lint</a:t>
            </a:r>
            <a:r>
              <a:rPr kumimoji="1" lang="ja-JP" altLang="en-US" dirty="0"/>
              <a:t>リントツール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30F8193-9326-7ED8-4E82-749B12B5B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983" y="1304629"/>
            <a:ext cx="11707924" cy="36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644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76C7-53B6-294C-225B-736AD58D6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9C617-B342-BC1D-34EC-CDDAF3895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ja-JP" altLang="en-US" dirty="0"/>
              <a:t>フォーマッタ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E62213D-204B-054C-D815-A72406789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690" y="1670266"/>
            <a:ext cx="11572619" cy="327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1024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DBE2-BF4F-EA3E-ACB7-9433B23E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DA2CD-193C-CBB5-33F0-7670DBFA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ja-JP" altLang="en-US" dirty="0"/>
              <a:t>フォーマッタ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9693B6E-3F15-9207-D3E4-F85E50A13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361" y="1100648"/>
            <a:ext cx="10657497" cy="513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0689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8572-0DA9-5543-EF76-A7636D5C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BE287C-FE74-7205-4786-E8F9B9A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ja-JP" altLang="en-US" dirty="0"/>
              <a:t>フォーマッタ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103A55E-E354-E5E6-890E-FE1657FD0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670" y="747054"/>
            <a:ext cx="9977612" cy="575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5570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DF1EA-A6CE-BE30-896D-D437FC45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0998D-F16A-BC50-0670-41E34D6C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ja-JP" altLang="en-US" dirty="0"/>
              <a:t>フォーマッタ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B951D38-3CFE-4A3A-4ADB-48458AA54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628" y="1245724"/>
            <a:ext cx="11720743" cy="436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9027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283D2-4157-E377-C95A-DC7959EB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989BA3-0A2D-8D1E-5B8E-E1E301337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ja-JP" altLang="en-US" dirty="0"/>
              <a:t>フォーマッタ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8966A03-899D-B1CC-8F69-CD9D7933B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648" y="884420"/>
            <a:ext cx="11703582" cy="500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9127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3358-058F-AA20-D224-D85147C1E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4CCD27-CD44-2F54-13E9-D6F0977A5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ja-JP" altLang="en-US" dirty="0"/>
              <a:t>フォーマッタ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83B8FA6-DE18-5EDF-24A4-BC4C10FD0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890" y="1333768"/>
            <a:ext cx="11138219" cy="419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051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ED9E-A854-916C-2016-1879FA48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EA33FF-C532-69E6-8589-B82BA190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ja-JP" altLang="en-US" dirty="0"/>
              <a:t>フォーマッタ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D414363-DAD3-3381-903E-65F4FA6D3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605" y="1585452"/>
            <a:ext cx="11788790" cy="368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5798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89951-6B2D-93C4-9802-10019B78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4D495-FB07-9DC1-D788-93F49822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66165"/>
          </a:xfrm>
        </p:spPr>
        <p:txBody>
          <a:bodyPr/>
          <a:lstStyle/>
          <a:p>
            <a:r>
              <a:rPr kumimoji="1" lang="ja-JP" altLang="en-US" dirty="0"/>
              <a:t>フォーマッタ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71B82F1-E92F-37A3-51EA-6BFA96B18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556" y="1683304"/>
            <a:ext cx="10952887" cy="320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4716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F266-97AD-5261-51F0-E05AC77F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D8B02-F009-371E-74AE-1D21EA833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86616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モジュールとパッケージ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ファイルのパッケージ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8A821DE-E30B-7130-44D6-A4761149E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478" y="1785292"/>
            <a:ext cx="11795043" cy="32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1324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4C7D-EB9E-4FB9-C679-C8B60651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5157A8-8FA0-D3DE-A9D6-E34C85DA1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86616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モジュールとパッケージ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ファイルのパッケージ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BA0CEB6-691E-8868-733C-9E2C3585B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703" y="884420"/>
            <a:ext cx="10915969" cy="533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954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7210-96C0-FF9F-2ACF-C12B615B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B5E7B5-7393-0015-2C05-3431E587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86616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モジュールとパッケージ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ファイルのパッケージ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FFA08E2-D77C-6B71-AE7F-C2CDCF8E3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373" y="1768621"/>
            <a:ext cx="11703253" cy="332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8647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92570-57E7-EEEA-14B3-34C14E84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57F6CB-4FCD-DFDF-2A4C-63740291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86616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モジュールとパッケージ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ファイルのパッケージ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EF605E8-2E75-D19E-F414-FDAC16105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192" y="884420"/>
            <a:ext cx="8599925" cy="585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9730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874B4-8CEA-49AD-C9B3-4058C927A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D8DCD9-A42B-D7DB-76AE-9BFC6C88B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86616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モジュールとパッケージ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ファイルのパッケージ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F9735EB-A1EB-1BB6-BE98-A896719D6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56" y="1065762"/>
            <a:ext cx="11433419" cy="449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1001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1683-D52F-C705-CDED-92CF703B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500F2-DBC2-1D7B-4E22-3436413D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86616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モジュールとパッケージ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ファイルのパッケージ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F70C8E8-1987-E34A-5B06-C2E7002FE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28" y="733744"/>
            <a:ext cx="11439120" cy="559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1055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4857-E494-97E4-33ED-F66DECBC9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937D63-92F5-8E7C-458C-878E6A59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86616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モジュールとパッケージ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ファイルのパッケージ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10940DB-F72C-43A5-9618-1F6468475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579" y="746332"/>
            <a:ext cx="9246195" cy="600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4501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9E44-0F5E-5661-8CCC-21CA29E9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889F39-C5DB-FE25-D721-E45F7249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86616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モジュールとパッケージ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ファイルのパッケージ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88AC48D-2CC7-87A0-552A-8EE65FB5C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587" y="2049918"/>
            <a:ext cx="9947727" cy="189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48300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1E4B-1AE0-8870-576C-287C0E1AF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9AB6E3-DBC6-C596-0584-43791C7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866165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モジュールとパッケージ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ファイルのパッケージ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890F8FD-C0E6-ECCD-B9B6-74E417C37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076" y="1319135"/>
            <a:ext cx="11104724" cy="394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23495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0A69-A384-2E1C-96C2-BE0B9E17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C508B8-53E2-8789-6786-06C134EC9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プラスアルファ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5226AB2-108B-7979-B3E2-D147B85BF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944" y="1213987"/>
            <a:ext cx="11100111" cy="524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0630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F15D48C-749E-C31E-C68F-66EF6A85F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105" y="738080"/>
            <a:ext cx="11631790" cy="47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5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1826688B18A7418BDC17859CAB5354" ma:contentTypeVersion="11" ma:contentTypeDescription="新しいドキュメントを作成します。" ma:contentTypeScope="" ma:versionID="0c2a77ada78f58c503e12ce4747d3e8e">
  <xsd:schema xmlns:xsd="http://www.w3.org/2001/XMLSchema" xmlns:xs="http://www.w3.org/2001/XMLSchema" xmlns:p="http://schemas.microsoft.com/office/2006/metadata/properties" xmlns:ns3="2cfb7a15-f56a-40aa-8ad8-24d527a84bd5" targetNamespace="http://schemas.microsoft.com/office/2006/metadata/properties" ma:root="true" ma:fieldsID="c5aabfcb94530bfd173719fe144e37bb" ns3:_="">
    <xsd:import namespace="2cfb7a15-f56a-40aa-8ad8-24d527a84b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BillingMetadata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b7a15-f56a-40aa-8ad8-24d527a84b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fb7a15-f56a-40aa-8ad8-24d527a84bd5" xsi:nil="true"/>
  </documentManagement>
</p:properties>
</file>

<file path=customXml/itemProps1.xml><?xml version="1.0" encoding="utf-8"?>
<ds:datastoreItem xmlns:ds="http://schemas.openxmlformats.org/officeDocument/2006/customXml" ds:itemID="{C1EE4A8F-A2D8-4DB6-B2B2-3A8682B47D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fb7a15-f56a-40aa-8ad8-24d527a84b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AEC67E-2A3B-48C7-8DD9-44526588C9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48E53A-89CE-4CE5-972D-AF4AA48BDC4A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2cfb7a15-f56a-40aa-8ad8-24d527a84bd5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519</Words>
  <Application>Microsoft Office PowerPoint</Application>
  <PresentationFormat>ワイド画面</PresentationFormat>
  <Paragraphs>147</Paragraphs>
  <Slides>147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147</vt:i4>
      </vt:variant>
    </vt:vector>
  </HeadingPairs>
  <TitlesOfParts>
    <vt:vector size="152" baseType="lpstr">
      <vt:lpstr>游ゴシック</vt:lpstr>
      <vt:lpstr>游ゴシック Light</vt:lpstr>
      <vt:lpstr>Arial</vt:lpstr>
      <vt:lpstr>Courier New</vt:lpstr>
      <vt:lpstr>Office テーマ</vt:lpstr>
      <vt:lpstr>Python階層3</vt:lpstr>
      <vt:lpstr>データクラス1</vt:lpstr>
      <vt:lpstr>データクラス2</vt:lpstr>
      <vt:lpstr>データクラス3</vt:lpstr>
      <vt:lpstr>データクラス4</vt:lpstr>
      <vt:lpstr>データクラス5</vt:lpstr>
      <vt:lpstr>データクラス6</vt:lpstr>
      <vt:lpstr>データクラス7</vt:lpstr>
      <vt:lpstr>データクラス8</vt:lpstr>
      <vt:lpstr>@property</vt:lpstr>
      <vt:lpstr>@property</vt:lpstr>
      <vt:lpstr>@property</vt:lpstr>
      <vt:lpstr>@property</vt:lpstr>
      <vt:lpstr>@property</vt:lpstr>
      <vt:lpstr>@propertyの使い方</vt:lpstr>
      <vt:lpstr>@property</vt:lpstr>
      <vt:lpstr>@property</vt:lpstr>
      <vt:lpstr>@propertyコード解説</vt:lpstr>
      <vt:lpstr>@propertyコード解説</vt:lpstr>
      <vt:lpstr>@propertyコード解説</vt:lpstr>
      <vt:lpstr>@propertyコード解説</vt:lpstr>
      <vt:lpstr>@propertyコード解説</vt:lpstr>
      <vt:lpstr>@propertyコード解説</vt:lpstr>
      <vt:lpstr>@propertyコード解説</vt:lpstr>
      <vt:lpstr>@propertyコード解説</vt:lpstr>
      <vt:lpstr>@propertyコード解説</vt:lpstr>
      <vt:lpstr>@propertyコード解説</vt:lpstr>
      <vt:lpstr>@propertyコード解説</vt:lpstr>
      <vt:lpstr>@propertyコード解説</vt:lpstr>
      <vt:lpstr>@propertyコード解説</vt:lpstr>
      <vt:lpstr>@property</vt:lpstr>
      <vt:lpstr>Abcモジュール(基底クラス)</vt:lpstr>
      <vt:lpstr>Abcモジュール(基底クラス)</vt:lpstr>
      <vt:lpstr>Abcモジュール(基底クラス)</vt:lpstr>
      <vt:lpstr>Abcモジュール(基底クラス)</vt:lpstr>
      <vt:lpstr>Abcモジュール(基底クラス)</vt:lpstr>
      <vt:lpstr>Abcモジュール(基底クラス)</vt:lpstr>
      <vt:lpstr>Abcモジュール(基底クラス)</vt:lpstr>
      <vt:lpstr>単体テスト</vt:lpstr>
      <vt:lpstr>単体テスト</vt:lpstr>
      <vt:lpstr>単体テスト</vt:lpstr>
      <vt:lpstr>単体テスト</vt:lpstr>
      <vt:lpstr>単体テスト</vt:lpstr>
      <vt:lpstr>単体テスト</vt:lpstr>
      <vt:lpstr>単体テスト</vt:lpstr>
      <vt:lpstr>単体テスト</vt:lpstr>
      <vt:lpstr>単体テスト</vt:lpstr>
      <vt:lpstr>loggingロギング</vt:lpstr>
      <vt:lpstr>loggingロギング</vt:lpstr>
      <vt:lpstr>loggingロギング</vt:lpstr>
      <vt:lpstr>loggingロギング</vt:lpstr>
      <vt:lpstr>loggingロギング</vt:lpstr>
      <vt:lpstr>loggingロギング</vt:lpstr>
      <vt:lpstr>loggingロギング</vt:lpstr>
      <vt:lpstr>loggingロギング</vt:lpstr>
      <vt:lpstr>デバッガDebugger</vt:lpstr>
      <vt:lpstr>デバッガDebugger</vt:lpstr>
      <vt:lpstr>デバッガDebugger</vt:lpstr>
      <vt:lpstr>デバッガDebugger</vt:lpstr>
      <vt:lpstr>デバッガDebugger</vt:lpstr>
      <vt:lpstr>デバッガDebugger</vt:lpstr>
      <vt:lpstr>デバッガDebugger</vt:lpstr>
      <vt:lpstr>デバッガDebugger</vt:lpstr>
      <vt:lpstr>並行処理(Concurrency)1</vt:lpstr>
      <vt:lpstr>並行処理(Concurrency)2</vt:lpstr>
      <vt:lpstr>並行処理(Concurrency)3</vt:lpstr>
      <vt:lpstr>並行処理 (Concurrency)4</vt:lpstr>
      <vt:lpstr>並行処理(Concurrency)5</vt:lpstr>
      <vt:lpstr>並行処理 (Concurrency)6</vt:lpstr>
      <vt:lpstr>並行処理(Concurrency)</vt:lpstr>
      <vt:lpstr>@lru_cache(メモ化)</vt:lpstr>
      <vt:lpstr>@lru_cache(メモ化)</vt:lpstr>
      <vt:lpstr>@lru_cache(メモ化)</vt:lpstr>
      <vt:lpstr>@lru_cache(メモ化)</vt:lpstr>
      <vt:lpstr>@lru_cache(メモ化)</vt:lpstr>
      <vt:lpstr>@lru_cache(メモ化)</vt:lpstr>
      <vt:lpstr>@lru_cache(メモ化)</vt:lpstr>
      <vt:lpstr>@lru_cache(メモ化)</vt:lpstr>
      <vt:lpstr>@lru_cache(メモ化)</vt:lpstr>
      <vt:lpstr>Mapとfilter</vt:lpstr>
      <vt:lpstr>Mapとfilter</vt:lpstr>
      <vt:lpstr>Mapとfilter</vt:lpstr>
      <vt:lpstr>Mapとfilter</vt:lpstr>
      <vt:lpstr>Mapとfilter</vt:lpstr>
      <vt:lpstr>Mapとfilter</vt:lpstr>
      <vt:lpstr>Mapとfilter</vt:lpstr>
      <vt:lpstr>Itertoolsモジュール</vt:lpstr>
      <vt:lpstr>Itertoolsモジュール</vt:lpstr>
      <vt:lpstr>Itertoolsモジュール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Itertoolsモジュール解説</vt:lpstr>
      <vt:lpstr>Itertoolsモジュール2</vt:lpstr>
      <vt:lpstr>Itertoolsモジュール2</vt:lpstr>
      <vt:lpstr>Itertoolsモジュール2</vt:lpstr>
      <vt:lpstr>Itertoolsモジュール2</vt:lpstr>
      <vt:lpstr>Itertoolsモジュール2</vt:lpstr>
      <vt:lpstr>Itertoolsモジュール2</vt:lpstr>
      <vt:lpstr>Itertoolsモジュール2</vt:lpstr>
      <vt:lpstr>Itertoolsモジュール3</vt:lpstr>
      <vt:lpstr>Itertoolsモジュール3</vt:lpstr>
      <vt:lpstr>Itertoolsモジュール3</vt:lpstr>
      <vt:lpstr>Itertoolsモジュール3</vt:lpstr>
      <vt:lpstr>Itertoolsモジュール3</vt:lpstr>
      <vt:lpstr>Itertoolsモジュール3</vt:lpstr>
      <vt:lpstr>Itertoolsモジュール3</vt:lpstr>
      <vt:lpstr>Itertoolsモジュール3</vt:lpstr>
      <vt:lpstr>Itertoolsモジュール3</vt:lpstr>
      <vt:lpstr>Itertoolsモジュール</vt:lpstr>
      <vt:lpstr>Itertoolsモジュール</vt:lpstr>
      <vt:lpstr>Lintリントツール</vt:lpstr>
      <vt:lpstr>Lintリントツール</vt:lpstr>
      <vt:lpstr>Lintリントツール</vt:lpstr>
      <vt:lpstr>Lintリントツール</vt:lpstr>
      <vt:lpstr>Lintリントツール</vt:lpstr>
      <vt:lpstr>Lintリントツール</vt:lpstr>
      <vt:lpstr>Lintリントツール</vt:lpstr>
      <vt:lpstr>フォーマッタ</vt:lpstr>
      <vt:lpstr>フォーマッタ</vt:lpstr>
      <vt:lpstr>フォーマッタ</vt:lpstr>
      <vt:lpstr>フォーマッタ</vt:lpstr>
      <vt:lpstr>フォーマッタ</vt:lpstr>
      <vt:lpstr>フォーマッタ</vt:lpstr>
      <vt:lpstr>フォーマッタ</vt:lpstr>
      <vt:lpstr>フォーマッタ</vt:lpstr>
      <vt:lpstr>モジュールとパッケージ(ファイルのパッケージ)</vt:lpstr>
      <vt:lpstr>モジュールとパッケージ(ファイルのパッケージ)</vt:lpstr>
      <vt:lpstr>モジュールとパッケージ(ファイルのパッケージ)</vt:lpstr>
      <vt:lpstr>モジュールとパッケージ(ファイルのパッケージ)</vt:lpstr>
      <vt:lpstr>モジュールとパッケージ(ファイルのパッケージ)</vt:lpstr>
      <vt:lpstr>モジュールとパッケージ(ファイルのパッケージ)</vt:lpstr>
      <vt:lpstr>モジュールとパッケージ(ファイルのパッケージ)</vt:lpstr>
      <vt:lpstr>モジュールとパッケージ(ファイルのパッケージ)</vt:lpstr>
      <vt:lpstr>モジュールとパッケージ(ファイルのパッケージ)</vt:lpstr>
      <vt:lpstr>プラスアルファ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工内　章広</dc:creator>
  <cp:lastModifiedBy>工内　章広</cp:lastModifiedBy>
  <cp:revision>2</cp:revision>
  <dcterms:created xsi:type="dcterms:W3CDTF">2025-11-29T15:19:10Z</dcterms:created>
  <dcterms:modified xsi:type="dcterms:W3CDTF">2025-12-11T05:52:32Z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0x0101001F1826688B18A7418BDC17859CAB5354</vt:lpwstr>
  </property>
</Properties>
</file>