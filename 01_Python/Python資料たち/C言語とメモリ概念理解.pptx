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8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22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23B30B-60F7-BF2A-0BAF-67CC5E0E0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57484FA-DE79-CAA4-3819-5850BE1B5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438B63-78F8-37C5-2D63-8A98092E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CB9F0-DB06-4A70-AE9A-1C7280635E91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29E9C0-A4DE-D06C-24BA-3E2FCABC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CE43F0-6A80-72A4-BFCD-3B23E4E6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F9F-C5A9-4E7C-BF22-8246AE9386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452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431030-B97C-1D57-E4BF-E6CC61A1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DFAD02-3DEB-E539-AA63-731868C1E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BE61AE-A2B3-FFBA-1830-B26972264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CB9F0-DB06-4A70-AE9A-1C7280635E91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CE4254-87D6-11E4-10DC-7D763922F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6D5091-B4C6-B2CC-5615-313CDEC8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F9F-C5A9-4E7C-BF22-8246AE9386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3551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966D1D-0F64-00AE-49D2-3B367D505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8C87447-9ACB-7ED1-C874-F5E96E9DA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BBE7E2-66EA-6D8D-5CCD-9B50250D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CB9F0-DB06-4A70-AE9A-1C7280635E91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DB5D08-F22C-2F3B-66DA-5FCBCB11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0AA857-3F4E-35E8-5AAE-5857A305B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F9F-C5A9-4E7C-BF22-8246AE9386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2941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7E177F-C42A-44CE-C229-3AE109E3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A10074-1BEC-2A65-3FBF-5609129B0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BCEA77-2779-0A6A-2DC3-9AB7F7EC8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7ED08D-A33A-01E6-9866-26ACA551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CB9F0-DB06-4A70-AE9A-1C7280635E91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57DDBD-4586-EF29-D688-0E8F1C0CF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CC905F-F16A-C1F8-C243-478A63252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F9F-C5A9-4E7C-BF22-8246AE9386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6252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C63246-AFEA-E261-BF62-6E8BD2566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D1E3F9-2E41-9442-F3AC-22ED635F1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C55E318-6991-B0D7-4A63-D423D96FF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0D56910-D300-DAA0-90A5-C383B85C0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3FE89E0-BB2C-672D-BBDB-13D8D10CC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402A52C-3927-5A2D-3999-7A0FBDCBD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CB9F0-DB06-4A70-AE9A-1C7280635E91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8D76FC1-44D2-BF24-E1DF-D0661806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E7B3B84-5703-54AA-ADEA-4B2F4FFC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F9F-C5A9-4E7C-BF22-8246AE9386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6464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53C9DA-1D11-DE7E-1BE7-618CDAC4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E5AE3B4-1397-D350-C004-06A40227A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CB9F0-DB06-4A70-AE9A-1C7280635E91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DD9F472-4831-4CFC-8B9B-2ED077E28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0C8330F-F476-360B-410B-39E207C12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F9F-C5A9-4E7C-BF22-8246AE9386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31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DECB4DD-B0C3-6319-32FC-1B2983D6F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CB9F0-DB06-4A70-AE9A-1C7280635E91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C2E55F-16FD-F142-705A-2610063DD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B920C58-4081-9D93-2C15-D4D88824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F9F-C5A9-4E7C-BF22-8246AE9386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8194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A05D1D-F34A-A8BF-383C-BFC64024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29ED27-AEE5-4278-B2F9-9AABA8A3B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904DD0-BDEF-46C4-AE39-B089F47CB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B930BD-5B5F-9A8E-08D2-184E7CF8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CB9F0-DB06-4A70-AE9A-1C7280635E91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D883F6-D171-62E7-9517-44B857E42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CCA4E0C-94F9-01C0-2CAB-FF256C69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F9F-C5A9-4E7C-BF22-8246AE9386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621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6390FF-117A-F54D-4B5E-E3B4541CA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40DF8F2-F7C4-8806-3A57-D4FB2EEEE5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11878B-B81D-5500-2B79-41B92B7F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237891-3716-CEFE-0946-952FD5918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CB9F0-DB06-4A70-AE9A-1C7280635E91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419F09-6AE9-AB72-AA4E-71100C92B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DC4520-F281-9451-199E-56FAD6FBC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F9F-C5A9-4E7C-BF22-8246AE9386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8032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027121-EBDE-EEF3-2830-2D970B7A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FA36FD-266A-146D-44DD-6B5961061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F3F9F4-0CD4-8210-9E7B-3977FFAE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CB9F0-DB06-4A70-AE9A-1C7280635E91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AA0C3F-3646-7459-5219-7AFF14AD7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898B2A-E47B-CFEE-0AA2-0828A367C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F9F-C5A9-4E7C-BF22-8246AE9386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070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4E2D63C-2205-85B5-440E-5A1F26AAEF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6F94399-29BF-66F4-DF9E-6292AC2B6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68A3AE-70B4-383C-AD9F-DAA46249C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CB9F0-DB06-4A70-AE9A-1C7280635E91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A69E9E-7A51-9D07-623B-46706BAB2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C473FE-160C-166D-B2AB-80814EEEA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3BF9F-C5A9-4E7C-BF22-8246AE9386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5381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DD34666-054D-9ECC-FA28-5A27AC8E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9ED919-39B7-38A2-CD8E-CF491A210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4EB05B-5481-68D7-B481-03758E1CB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CB9F0-DB06-4A70-AE9A-1C7280635E91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58167A-864A-188E-8747-72519C4A1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78DB84-53F6-5558-CC9A-3431592F9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63BF9F-C5A9-4E7C-BF22-8246AE9386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545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EFFCEC-954E-A544-5F1A-F09543EC6E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C</a:t>
            </a:r>
            <a:r>
              <a:rPr kumimoji="1" lang="ja-JP" altLang="en-US" dirty="0"/>
              <a:t>言語とメモリ概念理解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8D27C47-1E2D-070D-A3B6-56591C9E5D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4995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B4BD2A-0B16-C211-EC65-D4F259637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kumimoji="1" lang="ja-JP" altLang="en-US" dirty="0"/>
              <a:t>親クラスと子クラス</a:t>
            </a:r>
            <a:r>
              <a:rPr kumimoji="1" lang="en-US" altLang="ja-JP" dirty="0"/>
              <a:t>(</a:t>
            </a:r>
            <a:r>
              <a:rPr kumimoji="1" lang="ja-JP" altLang="en-US" dirty="0"/>
              <a:t>コラム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図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DFCEB184-944D-DEB7-720B-8F5E2D1F5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88" y="1407578"/>
            <a:ext cx="11899524" cy="226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83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03FCC-3686-D5F4-F954-C0D9720C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DAF014-FB51-044C-9C93-5801D57FE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kumimoji="1" lang="ja-JP" altLang="en-US" dirty="0"/>
              <a:t>親クラスと子クラス</a:t>
            </a:r>
            <a:r>
              <a:rPr kumimoji="1" lang="en-US" altLang="ja-JP" dirty="0"/>
              <a:t>(</a:t>
            </a:r>
            <a:r>
              <a:rPr kumimoji="1" lang="ja-JP" altLang="en-US" dirty="0"/>
              <a:t>コラム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953CA32-0651-354C-2EE1-33B52465B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99" y="1079289"/>
            <a:ext cx="11474668" cy="386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38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DE6B1-5075-60E8-838E-557686BD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E8E7A1-80DB-3A83-4D01-76E8119FE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kumimoji="1" lang="ja-JP" altLang="en-US" dirty="0"/>
              <a:t>親クラスと子クラス</a:t>
            </a:r>
            <a:r>
              <a:rPr kumimoji="1" lang="en-US" altLang="ja-JP" dirty="0"/>
              <a:t>(</a:t>
            </a:r>
            <a:r>
              <a:rPr kumimoji="1" lang="ja-JP" altLang="en-US" dirty="0"/>
              <a:t>コラム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EC732220-A5FD-1DA7-5DC5-DB95E4A38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49" y="1089713"/>
            <a:ext cx="11803192" cy="49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77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32C4-BF47-F104-39D9-515570AD4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B63FE6-96F0-8383-7EE9-B3C1A73F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kumimoji="1" lang="ja-JP" altLang="en-US" dirty="0"/>
              <a:t>親クラスと子クラス</a:t>
            </a:r>
            <a:r>
              <a:rPr kumimoji="1" lang="en-US" altLang="ja-JP" dirty="0"/>
              <a:t>(</a:t>
            </a:r>
            <a:r>
              <a:rPr kumimoji="1" lang="ja-JP" altLang="en-US" dirty="0"/>
              <a:t>コラム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61DBAC23-14F7-E1DE-D5E5-05C784BBE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40" y="611578"/>
            <a:ext cx="10267960" cy="616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815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20610-DA90-6D0F-ECC9-A0142439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57375E-A5BD-BBAA-2164-4F276999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kumimoji="1" lang="ja-JP" altLang="en-US" dirty="0"/>
              <a:t>親クラスと子クラス</a:t>
            </a:r>
            <a:r>
              <a:rPr kumimoji="1" lang="en-US" altLang="ja-JP" dirty="0"/>
              <a:t>(</a:t>
            </a:r>
            <a:r>
              <a:rPr kumimoji="1" lang="ja-JP" altLang="en-US" dirty="0"/>
              <a:t>コラム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B7E750DA-B271-7C0F-A318-DB682C9E0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15" y="654863"/>
            <a:ext cx="11078199" cy="599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79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EC3C3-8B26-C5FE-2555-C958C80A9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48C3ED-08F4-7B1A-50D3-1A635CC47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kumimoji="1" lang="ja-JP" altLang="en-US" dirty="0"/>
              <a:t>親クラスと子クラス</a:t>
            </a:r>
            <a:r>
              <a:rPr kumimoji="1" lang="en-US" altLang="ja-JP" dirty="0"/>
              <a:t>(</a:t>
            </a:r>
            <a:r>
              <a:rPr kumimoji="1" lang="ja-JP" altLang="en-US" dirty="0"/>
              <a:t>コラム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BFF45E0E-4140-83EC-A47A-038020919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43" y="696614"/>
            <a:ext cx="10515600" cy="6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466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D716E-CD23-CA42-6B10-826289DB7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18E86C-62AB-452E-345E-2072D4231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kumimoji="1" lang="ja-JP" altLang="en-US" dirty="0"/>
              <a:t>親クラスと子クラス</a:t>
            </a:r>
            <a:r>
              <a:rPr kumimoji="1" lang="en-US" altLang="ja-JP" dirty="0"/>
              <a:t>(</a:t>
            </a:r>
            <a:r>
              <a:rPr kumimoji="1" lang="ja-JP" altLang="en-US" dirty="0"/>
              <a:t>コラム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BAAB93E1-F168-7B82-8873-F32D8B793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46" y="1355749"/>
            <a:ext cx="11722308" cy="392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100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F37DC-2730-B4E6-FAA8-58A445C68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5A2E7F-75AD-65BC-729B-253462BB1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kumimoji="1" lang="ja-JP" altLang="en-US" dirty="0"/>
              <a:t>親クラスと子クラス</a:t>
            </a:r>
            <a:r>
              <a:rPr kumimoji="1" lang="en-US" altLang="ja-JP" dirty="0"/>
              <a:t>(</a:t>
            </a:r>
            <a:r>
              <a:rPr kumimoji="1" lang="ja-JP" altLang="en-US" dirty="0"/>
              <a:t>コラム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E0DF650-BA9E-0F74-F1A2-7D43DFDD0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82" y="1323822"/>
            <a:ext cx="11221236" cy="365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64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487EF-063F-3959-6699-5CC94BDB2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5B311D-B6DC-9736-2EEA-A980491FA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kumimoji="1" lang="ja-JP" altLang="en-US" dirty="0"/>
              <a:t>親クラスと子クラス</a:t>
            </a:r>
            <a:r>
              <a:rPr kumimoji="1" lang="en-US" altLang="ja-JP" dirty="0"/>
              <a:t>(</a:t>
            </a:r>
            <a:r>
              <a:rPr kumimoji="1" lang="ja-JP" altLang="en-US" dirty="0"/>
              <a:t>コラム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83F8B221-CBA9-AE29-0DEB-CE6D912AE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02" y="1558977"/>
            <a:ext cx="11432796" cy="437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602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005544-12A3-B193-F57E-FD3CE8252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概要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04EF2F97-4045-7383-D9F0-3565540F2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707" y="1513358"/>
            <a:ext cx="11524542" cy="286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34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B05D1-C97E-FF40-37DD-C69C18832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1C3498-7A23-D7EC-E65B-0FDD9F17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概要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B6A2195F-586F-92C6-26A9-4B0137DEF8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6479" y="0"/>
            <a:ext cx="10715632" cy="636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822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30AC1-27FA-2F42-496E-AD7AF7F4E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D507C-3239-1B5D-8C7C-910BBAE0E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概要</a:t>
            </a:r>
          </a:p>
        </p:txBody>
      </p:sp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74B3F68F-A770-7327-F11E-40B50C6D3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064" y="164817"/>
            <a:ext cx="10032402" cy="661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605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56777-E49A-DEA3-ACE5-B5915882B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E0684A-218B-667C-95FF-197159C93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概要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9757D0C-6B05-6CA3-1B95-572DE8399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5893" y="146726"/>
            <a:ext cx="9521976" cy="661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450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C1C3F-7C66-113D-61A0-E5501445C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D83369-7D32-7328-9355-45678829B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概要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644EBA4-AB41-F6E6-B7D7-24B303480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7212" y="176707"/>
            <a:ext cx="10250126" cy="659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18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E9A23-AEDF-4008-E3F2-7009F083D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B35391-5C20-27ED-9276-A9A7AFF6F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メモリ</a:t>
            </a:r>
            <a:r>
              <a:rPr kumimoji="1" lang="ja-JP" altLang="en-US" dirty="0"/>
              <a:t>配置図</a:t>
            </a:r>
          </a:p>
        </p:txBody>
      </p:sp>
      <p:pic>
        <p:nvPicPr>
          <p:cNvPr id="7" name="図 6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41F31A0C-73D4-C2A0-177B-DFC0A446C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09" y="993898"/>
            <a:ext cx="9303196" cy="579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1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21631-C855-B8F2-7E4C-FF866E73B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8FC73-5250-11E5-7C4B-C788A541A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メモリ</a:t>
            </a:r>
            <a:r>
              <a:rPr kumimoji="1" lang="ja-JP" altLang="en-US" dirty="0"/>
              <a:t>配置図</a:t>
            </a:r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63405A2-2732-EEA7-9B05-257D0AC94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06" y="941919"/>
            <a:ext cx="10022794" cy="59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17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A63AF-347E-90C6-0E37-5C35BA4CF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9EA84E-F928-2EB0-7392-02E49D98C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メモリ</a:t>
            </a:r>
            <a:r>
              <a:rPr kumimoji="1" lang="ja-JP" altLang="en-US" dirty="0"/>
              <a:t>配置図</a:t>
            </a:r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FF3F470C-807F-A72C-3CBA-A089FA5B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42" y="928472"/>
            <a:ext cx="9521884" cy="586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09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9B45A-052C-4F66-BCAB-207C7E35D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A0A7C1-F5A0-7C0C-C370-90F63F886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メモリ</a:t>
            </a:r>
            <a:r>
              <a:rPr kumimoji="1" lang="ja-JP" altLang="en-US" dirty="0"/>
              <a:t>配置図</a:t>
            </a:r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1AAB8A0-ADA5-6565-1C67-25E48BD15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28" y="927772"/>
            <a:ext cx="9271955" cy="584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70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9CC4D-BA5A-4003-CE1E-A6F734554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3E156B-1642-00DA-F001-6E52FCC76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メモリ</a:t>
            </a:r>
            <a:r>
              <a:rPr kumimoji="1" lang="ja-JP" altLang="en-US" dirty="0"/>
              <a:t>配置図</a:t>
            </a:r>
          </a:p>
        </p:txBody>
      </p:sp>
      <p:pic>
        <p:nvPicPr>
          <p:cNvPr id="4" name="図 3" descr="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2F7DD5B-90FD-3B3D-7935-58EE717D8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46" y="894990"/>
            <a:ext cx="9740013" cy="591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7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943E6-3F4A-6506-9562-85A3BD08E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C95A60-D5D0-5EBA-26BB-31B24C6D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メモリ</a:t>
            </a:r>
            <a:r>
              <a:rPr kumimoji="1" lang="ja-JP" altLang="en-US" dirty="0"/>
              <a:t>配置図</a:t>
            </a:r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495246BF-B76D-A744-24CD-B40E1EDFF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21" y="1234285"/>
            <a:ext cx="11713881" cy="347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88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DE92F-E378-BCAF-FAB6-7E4471BA6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174545-C27A-6A4E-D5E9-D4E2C159A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メモリ</a:t>
            </a:r>
            <a:r>
              <a:rPr kumimoji="1" lang="ja-JP" altLang="en-US" dirty="0"/>
              <a:t>配置図</a:t>
            </a:r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1178178C-8CC9-A7B4-2C56-C6363FA81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46" y="1085650"/>
            <a:ext cx="11794923" cy="494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928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C574-A67B-E174-DE01-41BA780C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EFD147-3316-ABF2-7ECF-BA3E72F5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メモリ</a:t>
            </a:r>
            <a:r>
              <a:rPr kumimoji="1" lang="ja-JP" altLang="en-US" dirty="0"/>
              <a:t>配置図</a:t>
            </a:r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BAA360C5-3B5E-FCD4-817B-1FC0264CE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60" y="1343817"/>
            <a:ext cx="11224988" cy="402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82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07D2A-6089-AA92-420A-342D8AB7B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DDF15B-7DB2-D3A3-9134-24096E113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Lv1:</a:t>
            </a:r>
            <a:r>
              <a:rPr lang="ja-JP" altLang="en-US" dirty="0"/>
              <a:t>箱と住所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1C756620-61A1-0733-3175-20633F866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26" y="2142797"/>
            <a:ext cx="11767747" cy="235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74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B47F5-BC52-DABC-FA90-59C62D7E2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62B1AB-4E19-1BFD-4AF1-0A100DF27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Lv1:</a:t>
            </a:r>
            <a:r>
              <a:rPr lang="ja-JP" altLang="en-US" dirty="0"/>
              <a:t>箱と住所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D20C442-32FA-98D0-AA01-EE2FB2896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19" y="1609471"/>
            <a:ext cx="11610981" cy="311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98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2824C-F4D0-90BB-1279-0AAD979CD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8BDE71-1D83-FBFC-3A79-6A842197A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Lv1:</a:t>
            </a:r>
            <a:r>
              <a:rPr lang="ja-JP" altLang="en-US" dirty="0"/>
              <a:t>箱と住所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25EBD86-0E1D-0B72-69AF-A879A67CE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29" y="1104576"/>
            <a:ext cx="11366001" cy="385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492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37520-327D-8DEF-71E2-3432AF510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176F48-C31F-A37B-36A2-22AEDF878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Lv1:</a:t>
            </a:r>
            <a:r>
              <a:rPr lang="ja-JP" altLang="en-US" dirty="0"/>
              <a:t>箱と住所</a:t>
            </a:r>
            <a:endParaRPr kumimoji="1" lang="ja-JP" altLang="en-US" dirty="0"/>
          </a:p>
        </p:txBody>
      </p:sp>
      <p:pic>
        <p:nvPicPr>
          <p:cNvPr id="4" name="図 3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D3388462-C278-53D2-DB78-F5DC48F40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7" y="839450"/>
            <a:ext cx="10962198" cy="567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05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F7FAA-4119-ACEB-FC66-A73921D4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DE4D24-D55C-534C-FDC8-6F8AD5FB2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Lv1:</a:t>
            </a:r>
            <a:r>
              <a:rPr lang="ja-JP" altLang="en-US" dirty="0"/>
              <a:t>箱と住所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6FD47A8-E64D-CC5A-AFD6-9C9B3727F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65" y="2224330"/>
            <a:ext cx="11838617" cy="204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4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280C-E05C-BC87-9C0E-47918CA9A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878845-55FB-93A0-BFBA-A77F7F9C2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Lv1:</a:t>
            </a:r>
            <a:r>
              <a:rPr lang="ja-JP" altLang="en-US" dirty="0"/>
              <a:t>箱と住所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3A22885C-6395-315C-0CAD-E905B77CB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19" y="760752"/>
            <a:ext cx="10239381" cy="583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216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CCC1F-51FF-81D1-2744-8D198B68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879C41-55B0-DEDE-5640-E0A468B60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Lv1:</a:t>
            </a:r>
            <a:r>
              <a:rPr lang="ja-JP" altLang="en-US" dirty="0"/>
              <a:t>箱と住所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B0694BED-4F7B-A296-6422-ED1BE8A41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7" y="839450"/>
            <a:ext cx="10515600" cy="581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861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7AE3F-A422-0971-848E-9EA8CAC9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EE875-E84A-24B2-F211-E78DD9532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Lv1:</a:t>
            </a:r>
            <a:r>
              <a:rPr lang="ja-JP" altLang="en-US" dirty="0"/>
              <a:t>箱と住所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E8A246C-EE67-BD98-998F-EC17E4073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88" y="988844"/>
            <a:ext cx="11745191" cy="479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230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5BF0B-8646-F5DA-F8BA-123ED2410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F0FC9-E612-1759-2719-E3122C7FE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Lv1:</a:t>
            </a:r>
            <a:r>
              <a:rPr lang="ja-JP" altLang="en-US" dirty="0"/>
              <a:t>箱と住所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0FDE9B8-D9D9-446F-4E0E-07E3319F1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74" y="839450"/>
            <a:ext cx="11604815" cy="571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7267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E8197-E354-0BE0-462C-7CEA74957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C41D33-AF87-241A-BD91-6AD1FD4A6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Lv2:</a:t>
            </a:r>
            <a:r>
              <a:rPr lang="ja-JP" altLang="en-US" dirty="0"/>
              <a:t>ポインタ</a:t>
            </a:r>
            <a:r>
              <a:rPr lang="en-US" altLang="ja-JP" dirty="0"/>
              <a:t>,</a:t>
            </a:r>
            <a:r>
              <a:rPr lang="ja-JP" altLang="en-US" dirty="0"/>
              <a:t>スタック</a:t>
            </a:r>
            <a:r>
              <a:rPr lang="en-US" altLang="ja-JP" dirty="0"/>
              <a:t>,</a:t>
            </a:r>
            <a:r>
              <a:rPr lang="ja-JP" altLang="en-US" dirty="0"/>
              <a:t>ヒープ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AAFEABCE-6C16-7257-C021-E1FEE7DDD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37" y="1612677"/>
            <a:ext cx="11540793" cy="224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192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60044-6A51-D137-60C0-1B3D383F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40BDA6-83F6-FA66-87B4-01057F284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Lv2:</a:t>
            </a:r>
            <a:r>
              <a:rPr lang="ja-JP" altLang="en-US" dirty="0"/>
              <a:t>ポインタ</a:t>
            </a:r>
            <a:r>
              <a:rPr lang="en-US" altLang="ja-JP" dirty="0"/>
              <a:t>,</a:t>
            </a:r>
            <a:r>
              <a:rPr lang="ja-JP" altLang="en-US" dirty="0"/>
              <a:t>スタック</a:t>
            </a:r>
            <a:r>
              <a:rPr lang="en-US" altLang="ja-JP" dirty="0"/>
              <a:t>,</a:t>
            </a:r>
            <a:r>
              <a:rPr lang="ja-JP" altLang="en-US" dirty="0"/>
              <a:t>ヒープ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5A1DFBF-CE5F-E03A-A98B-F1A8AAB91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3" y="1142242"/>
            <a:ext cx="11727305" cy="330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100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2BDD-501A-4084-97BC-70C6DE4B7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3794E1-4024-CDFF-AA30-610D441EF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Lv2:</a:t>
            </a:r>
            <a:r>
              <a:rPr lang="ja-JP" altLang="en-US" dirty="0"/>
              <a:t>ポインタ</a:t>
            </a:r>
            <a:r>
              <a:rPr lang="en-US" altLang="ja-JP" dirty="0"/>
              <a:t>,</a:t>
            </a:r>
            <a:r>
              <a:rPr lang="ja-JP" altLang="en-US" dirty="0"/>
              <a:t>スタック</a:t>
            </a:r>
            <a:r>
              <a:rPr lang="en-US" altLang="ja-JP" dirty="0"/>
              <a:t>,</a:t>
            </a:r>
            <a:r>
              <a:rPr lang="ja-JP" altLang="en-US" dirty="0"/>
              <a:t>ヒープ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D0CBA2FD-21FF-0871-0287-B0F1746AF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40" y="839450"/>
            <a:ext cx="10952814" cy="563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469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94DE-8314-CD6A-506C-49D1F4300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ED9230-2EAD-CA5F-88FF-55911F76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Lv2:</a:t>
            </a:r>
            <a:r>
              <a:rPr lang="ja-JP" altLang="en-US" dirty="0"/>
              <a:t>ポインタ</a:t>
            </a:r>
            <a:r>
              <a:rPr lang="en-US" altLang="ja-JP" dirty="0"/>
              <a:t>,</a:t>
            </a:r>
            <a:r>
              <a:rPr lang="ja-JP" altLang="en-US" dirty="0"/>
              <a:t>スタック</a:t>
            </a:r>
            <a:r>
              <a:rPr lang="en-US" altLang="ja-JP" dirty="0"/>
              <a:t>,</a:t>
            </a:r>
            <a:r>
              <a:rPr lang="ja-JP" altLang="en-US" dirty="0"/>
              <a:t>ヒープ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51403AD4-6288-ECD7-0802-1BF56F01B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8" y="693244"/>
            <a:ext cx="11236226" cy="489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11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39B97-F3CC-91B5-5FC3-B9A8CF1E0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815C1B-B1A0-77E2-C777-770502270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Lv2:</a:t>
            </a:r>
            <a:r>
              <a:rPr lang="ja-JP" altLang="en-US" dirty="0"/>
              <a:t>ポインタ</a:t>
            </a:r>
            <a:r>
              <a:rPr lang="en-US" altLang="ja-JP" dirty="0"/>
              <a:t>,</a:t>
            </a:r>
            <a:r>
              <a:rPr lang="ja-JP" altLang="en-US" dirty="0"/>
              <a:t>スタック</a:t>
            </a:r>
            <a:r>
              <a:rPr lang="en-US" altLang="ja-JP" dirty="0"/>
              <a:t>,</a:t>
            </a:r>
            <a:r>
              <a:rPr lang="ja-JP" altLang="en-US" dirty="0"/>
              <a:t>ヒープ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53856BA-4560-0ABF-E299-3C1D3D038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84" y="839450"/>
            <a:ext cx="11127932" cy="512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7365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0EDC8-BA48-6C7C-BBD5-E5EF3AB86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E00044-E930-064E-1775-299FE46BB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Lv2:</a:t>
            </a:r>
            <a:r>
              <a:rPr lang="ja-JP" altLang="en-US" dirty="0"/>
              <a:t>ポインタ</a:t>
            </a:r>
            <a:r>
              <a:rPr lang="en-US" altLang="ja-JP" dirty="0"/>
              <a:t>,</a:t>
            </a:r>
            <a:r>
              <a:rPr lang="ja-JP" altLang="en-US" dirty="0"/>
              <a:t>スタック</a:t>
            </a:r>
            <a:r>
              <a:rPr lang="en-US" altLang="ja-JP" dirty="0"/>
              <a:t>,</a:t>
            </a:r>
            <a:r>
              <a:rPr lang="ja-JP" altLang="en-US" dirty="0"/>
              <a:t>ヒープ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05FE060-E665-FBB1-BDCA-065622937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64" y="1152207"/>
            <a:ext cx="11351384" cy="381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1016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ECAEE-50BD-0EC0-C432-CD1A6E733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F50071-CB7B-0821-1A77-F02A6E6F6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Lv2:</a:t>
            </a:r>
            <a:r>
              <a:rPr lang="ja-JP" altLang="en-US" dirty="0"/>
              <a:t>ポインタ</a:t>
            </a:r>
            <a:r>
              <a:rPr lang="en-US" altLang="ja-JP" dirty="0"/>
              <a:t>,</a:t>
            </a:r>
            <a:r>
              <a:rPr lang="ja-JP" altLang="en-US" dirty="0"/>
              <a:t>スタック</a:t>
            </a:r>
            <a:r>
              <a:rPr lang="en-US" altLang="ja-JP" dirty="0"/>
              <a:t>,</a:t>
            </a:r>
            <a:r>
              <a:rPr lang="ja-JP" altLang="en-US" dirty="0"/>
              <a:t>ヒープ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6472B9A1-B813-F68D-5B22-671FD745D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20" y="610459"/>
            <a:ext cx="9271813" cy="608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566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C33FF-7087-C56C-F1A3-AAEFE1121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2F85A6-8139-C0D1-F14C-968744891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Lv2:</a:t>
            </a:r>
            <a:r>
              <a:rPr lang="ja-JP" altLang="en-US" dirty="0"/>
              <a:t>ポインタ</a:t>
            </a:r>
            <a:r>
              <a:rPr lang="en-US" altLang="ja-JP" dirty="0"/>
              <a:t>,</a:t>
            </a:r>
            <a:r>
              <a:rPr lang="ja-JP" altLang="en-US" dirty="0"/>
              <a:t>スタック</a:t>
            </a:r>
            <a:r>
              <a:rPr lang="en-US" altLang="ja-JP" dirty="0"/>
              <a:t>,</a:t>
            </a:r>
            <a:r>
              <a:rPr lang="ja-JP" altLang="en-US" dirty="0"/>
              <a:t>ヒープ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95BBB671-767A-5657-B71F-54CF03F4C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15" y="696324"/>
            <a:ext cx="9936145" cy="359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6961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0DE86-9953-2E54-7C86-B1FFB30C5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A66667-9EF3-72B7-B2EA-0617950F4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Lv2:</a:t>
            </a:r>
            <a:r>
              <a:rPr lang="ja-JP" altLang="en-US" dirty="0"/>
              <a:t>ポインタ</a:t>
            </a:r>
            <a:r>
              <a:rPr lang="en-US" altLang="ja-JP" dirty="0"/>
              <a:t>,</a:t>
            </a:r>
            <a:r>
              <a:rPr lang="ja-JP" altLang="en-US" dirty="0"/>
              <a:t>スタック</a:t>
            </a:r>
            <a:r>
              <a:rPr lang="en-US" altLang="ja-JP" dirty="0"/>
              <a:t>,</a:t>
            </a:r>
            <a:r>
              <a:rPr lang="ja-JP" altLang="en-US" dirty="0"/>
              <a:t>ヒープ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CCE1A13B-890A-C716-E33E-CFED3D8A1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49" y="790731"/>
            <a:ext cx="11281197" cy="510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1132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20D78-B483-8774-079D-777A9FEE0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8C029F-0FBB-7F25-2BB5-BDD760076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Lv2:</a:t>
            </a:r>
            <a:r>
              <a:rPr lang="ja-JP" altLang="en-US" dirty="0"/>
              <a:t>ポインタ</a:t>
            </a:r>
            <a:r>
              <a:rPr lang="en-US" altLang="ja-JP" dirty="0"/>
              <a:t>,</a:t>
            </a:r>
            <a:r>
              <a:rPr lang="ja-JP" altLang="en-US" dirty="0"/>
              <a:t>スタック</a:t>
            </a:r>
            <a:r>
              <a:rPr lang="en-US" altLang="ja-JP" dirty="0"/>
              <a:t>,</a:t>
            </a:r>
            <a:r>
              <a:rPr lang="ja-JP" altLang="en-US" dirty="0"/>
              <a:t>ヒープ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82DD6AB-B22A-293E-DB36-4C069C5AB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26" y="839450"/>
            <a:ext cx="11119808" cy="4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12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B9047-3FD3-FC54-5A73-2258FDCDA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44E80C-B965-08F4-DC47-41DE149C0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Lv3:</a:t>
            </a:r>
            <a:r>
              <a:rPr lang="ja-JP" altLang="en-US" dirty="0"/>
              <a:t>メモリと地図と隙間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F925ED1D-8C22-7116-A1BB-26D229ED2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16" y="1976523"/>
            <a:ext cx="11475368" cy="290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0928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BF0C1-8606-2991-AA21-ADEC250C2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76BD7-9492-EEA5-6BAB-8E8E1D91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Lv3:</a:t>
            </a:r>
            <a:r>
              <a:rPr lang="ja-JP" altLang="en-US" dirty="0"/>
              <a:t>メモリと地図と隙間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8A88573E-B6A8-E364-7123-4488E4BB7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05" y="1120535"/>
            <a:ext cx="11783997" cy="525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1576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09018-EB48-7048-835C-A1B3737A8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33BD5F-FDB9-6742-A796-5E6BEB368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Lv3:</a:t>
            </a:r>
            <a:r>
              <a:rPr lang="ja-JP" altLang="en-US" dirty="0"/>
              <a:t>メモリと地図と隙間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4F1E82ED-143E-5F5D-7D77-EACADE6B4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69" y="1211729"/>
            <a:ext cx="11593001" cy="321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0265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1B993-D475-7F13-C49B-6B59CC0DE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EA6F99-F8E0-A642-EC5B-0FD827AE2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Lv3:</a:t>
            </a:r>
            <a:r>
              <a:rPr lang="ja-JP" altLang="en-US" dirty="0"/>
              <a:t>メモリと地図と隙間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48FD92DE-5C3E-F86B-DC0D-F09A25CD7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60" y="839450"/>
            <a:ext cx="10665199" cy="589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8938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B98F6-94B1-4910-DCE2-7A95596FF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9EAA56-A683-0869-8CA5-B8FE63E24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Lv3:</a:t>
            </a:r>
            <a:r>
              <a:rPr lang="ja-JP" altLang="en-US" dirty="0"/>
              <a:t>メモリと地図と隙間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047EC8D6-D73F-D041-0ACF-FE1D7CCBD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16" y="839450"/>
            <a:ext cx="10653712" cy="607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599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9B4D-451D-0EA0-D4C8-FE286433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E7DE34-0ED7-20C2-079D-AA4880FA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Lv3:</a:t>
            </a:r>
            <a:r>
              <a:rPr lang="ja-JP" altLang="en-US" dirty="0"/>
              <a:t>メモリと地図と隙間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CBA03AA-A801-B0D3-6593-09A9E9922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11" y="698992"/>
            <a:ext cx="11340456" cy="564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767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00417-EBD4-0074-FBE6-2727CEF5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F04840-4847-738A-67DD-9BE4E9FC9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Lv3:</a:t>
            </a:r>
            <a:r>
              <a:rPr lang="ja-JP" altLang="en-US" dirty="0"/>
              <a:t>メモリと地図と隙間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B3ACBC3A-16EC-DBDD-7351-8F6DA1604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14" y="839450"/>
            <a:ext cx="8915278" cy="599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965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6D7F7-62DB-5445-5C21-991DBBC64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FE967-7F52-32B5-6D6C-739D295CF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Lv3:</a:t>
            </a:r>
            <a:r>
              <a:rPr lang="ja-JP" altLang="en-US" dirty="0"/>
              <a:t>メモリと地図と隙間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DF8578D-6A68-4E39-9809-4566CFA03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46" y="958510"/>
            <a:ext cx="11769707" cy="494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881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77D55-23F3-6B1C-AC4A-8AE3FA43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AAEC67-29A9-9B9F-E173-31185F0F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Lv3:</a:t>
            </a:r>
            <a:r>
              <a:rPr lang="ja-JP" altLang="en-US" dirty="0"/>
              <a:t>メモリと地図と隙間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726C15AB-9359-5653-2CEA-4C2458EDD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23" y="696195"/>
            <a:ext cx="9417652" cy="597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9165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D54D0-8F7D-B651-053D-67702AF0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4C1360-D73A-1EE7-6973-68909A0EA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Lv3:</a:t>
            </a:r>
            <a:r>
              <a:rPr lang="ja-JP" altLang="en-US" dirty="0"/>
              <a:t>メモリと地図と隙間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5B49CC7E-009D-13C2-1D67-7B63DA732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24067"/>
            <a:ext cx="11265415" cy="522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661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BB6BA-DF5B-ECA6-B863-FCDA9BCA2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C7BF81-CFDC-AAA5-4691-79CD904B3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Lv3:</a:t>
            </a:r>
            <a:r>
              <a:rPr lang="ja-JP" altLang="en-US" dirty="0"/>
              <a:t>メモリと地図と隙間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95AFED4A-76DF-38E1-E2B3-AEC498AD8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93" y="1152207"/>
            <a:ext cx="11366374" cy="382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3172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40DD3-3F0F-4BA0-8363-0BA3ADF33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4A311A-4990-DEEF-D62B-7BD88650E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Lv4:</a:t>
            </a:r>
            <a:r>
              <a:rPr lang="ja-JP" altLang="en-US" dirty="0"/>
              <a:t>ハードウェアとの対話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7671F6D8-56E6-0F2D-0BC8-585F13E94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94" y="1561124"/>
            <a:ext cx="11737067" cy="290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0808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F15ED-D6D1-F2CB-5820-DB4163371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CA9A52-2A5B-DF5F-0972-415547F9F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Lv4:</a:t>
            </a:r>
            <a:r>
              <a:rPr lang="ja-JP" altLang="en-US" dirty="0"/>
              <a:t>ハードウェアとの対話</a:t>
            </a:r>
            <a:endParaRPr kumimoji="1" lang="ja-JP" altLang="en-US" dirty="0"/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2BA2603-9059-1414-EB30-54CE13EA7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66" y="1039224"/>
            <a:ext cx="10665569" cy="553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676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981AD-E149-8FE4-A56A-C43F9F98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49AED5-CCB0-210C-4B16-4ADC69B9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Lv4:</a:t>
            </a:r>
            <a:r>
              <a:rPr lang="ja-JP" altLang="en-US" dirty="0"/>
              <a:t>ハードウェアとの対話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CCE99161-A74C-05B6-DC3C-BEDAB960F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76" y="673081"/>
            <a:ext cx="9486439" cy="608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7007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70ACD-53EC-3570-9802-5798649E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90B1A6-A1EA-E003-45A6-E076CB0B2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Lv4:</a:t>
            </a:r>
            <a:r>
              <a:rPr lang="ja-JP" altLang="en-US" dirty="0"/>
              <a:t>ハードウェアとの対話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62DC3BA3-DE3D-3486-0995-3B24D29F0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90" y="839449"/>
            <a:ext cx="10734826" cy="455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8560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81B8F-3BAD-8B8A-FAC2-5277A176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81AC6F-7641-AEEA-62E1-42387F9C6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Lv4:</a:t>
            </a:r>
            <a:r>
              <a:rPr lang="ja-JP" altLang="en-US" dirty="0"/>
              <a:t>ハードウェアとの対話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8DA0F50-E8B0-5B7A-5633-CC1FB8604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63" y="839450"/>
            <a:ext cx="10747715" cy="4180512"/>
          </a:xfrm>
          <a:prstGeom prst="rect">
            <a:avLst/>
          </a:prstGeom>
        </p:spPr>
      </p:pic>
      <p:pic>
        <p:nvPicPr>
          <p:cNvPr id="6" name="図 5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15AC96F6-8A2C-C37D-27BC-8452FF16B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63" y="5019962"/>
            <a:ext cx="10452674" cy="142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047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A78F5-636B-E296-4984-B12569D62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EC6BC-12FC-FE18-01B1-8D2C5AD94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Lv4:</a:t>
            </a:r>
            <a:r>
              <a:rPr lang="ja-JP" altLang="en-US" dirty="0"/>
              <a:t>ハードウェアとの対話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D96CB76F-C7DE-0D27-9E88-A7B711FFE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61" y="1044884"/>
            <a:ext cx="11353487" cy="514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495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9CDA7-D1AD-FBAC-0D1A-2DC15EE0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475BEA-16CF-09DE-1C1D-4C4282869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Lv4:</a:t>
            </a:r>
            <a:r>
              <a:rPr lang="ja-JP" altLang="en-US" dirty="0"/>
              <a:t>ハードウェアとの対話</a:t>
            </a:r>
            <a:endParaRPr kumimoji="1" lang="ja-JP" altLang="en-US" dirty="0"/>
          </a:p>
        </p:txBody>
      </p:sp>
      <p:pic>
        <p:nvPicPr>
          <p:cNvPr id="6" name="図 5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2010F1C-69A4-2B56-554F-2B1EC185B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5" y="685544"/>
            <a:ext cx="11196019" cy="602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5604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3C63-312F-30A7-6887-DD3F6FA0D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782055-DD66-2837-19F1-E9D0437A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Lv4:</a:t>
            </a:r>
            <a:r>
              <a:rPr lang="ja-JP" altLang="en-US" dirty="0"/>
              <a:t>ハードウェアとの対話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0FB112B6-0A36-170F-0FC8-9AB770A9E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02" y="805722"/>
            <a:ext cx="11083523" cy="580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394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19CAF-1001-B366-B215-23AAFF28A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1C4354-D0DE-3974-F168-EF3400995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Lv4:</a:t>
            </a:r>
            <a:r>
              <a:rPr lang="ja-JP" altLang="en-US" dirty="0"/>
              <a:t>ハードウェアとの対話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BF2BD5D0-4780-D579-913F-CD522C644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15" y="727004"/>
            <a:ext cx="11300951" cy="415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228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A6D2D-B3D7-C4F2-A7B9-20E24DDB6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C977A4-E4EB-8D28-DBB5-322B7BB1B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1194"/>
          </a:xfrm>
        </p:spPr>
        <p:txBody>
          <a:bodyPr/>
          <a:lstStyle/>
          <a:p>
            <a:r>
              <a:rPr lang="en-US" altLang="ja-JP" dirty="0"/>
              <a:t>Lv4:</a:t>
            </a:r>
            <a:r>
              <a:rPr lang="ja-JP" altLang="en-US" dirty="0"/>
              <a:t>ハードウェアとの対話</a:t>
            </a:r>
            <a:endParaRPr kumimoji="1" lang="ja-JP" altLang="en-US" dirty="0"/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9C760336-91F1-7D45-47F0-FA9FB66A4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81" y="839450"/>
            <a:ext cx="11502687" cy="515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03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F1826688B18A7418BDC17859CAB5354" ma:contentTypeVersion="11" ma:contentTypeDescription="新しいドキュメントを作成します。" ma:contentTypeScope="" ma:versionID="0c2a77ada78f58c503e12ce4747d3e8e">
  <xsd:schema xmlns:xsd="http://www.w3.org/2001/XMLSchema" xmlns:xs="http://www.w3.org/2001/XMLSchema" xmlns:p="http://schemas.microsoft.com/office/2006/metadata/properties" xmlns:ns3="2cfb7a15-f56a-40aa-8ad8-24d527a84bd5" targetNamespace="http://schemas.microsoft.com/office/2006/metadata/properties" ma:root="true" ma:fieldsID="c5aabfcb94530bfd173719fe144e37bb" ns3:_="">
    <xsd:import namespace="2cfb7a15-f56a-40aa-8ad8-24d527a84bd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BillingMetadata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fb7a15-f56a-40aa-8ad8-24d527a84bd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cfb7a15-f56a-40aa-8ad8-24d527a84bd5" xsi:nil="true"/>
  </documentManagement>
</p:properties>
</file>

<file path=customXml/itemProps1.xml><?xml version="1.0" encoding="utf-8"?>
<ds:datastoreItem xmlns:ds="http://schemas.openxmlformats.org/officeDocument/2006/customXml" ds:itemID="{4D296025-AAA6-4002-9FCF-6D56DD2B29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fb7a15-f56a-40aa-8ad8-24d527a84b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60BEDE5-9C40-4B6B-98BA-914281837A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C4BF64-56B1-4B04-9FC9-87A804544CF0}">
  <ds:schemaRefs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2cfb7a15-f56a-40aa-8ad8-24d527a84bd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351</Words>
  <Application>Microsoft Office PowerPoint</Application>
  <PresentationFormat>ワイド画面</PresentationFormat>
  <Paragraphs>63</Paragraphs>
  <Slides>63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63</vt:i4>
      </vt:variant>
    </vt:vector>
  </HeadingPairs>
  <TitlesOfParts>
    <vt:vector size="67" baseType="lpstr">
      <vt:lpstr>游ゴシック</vt:lpstr>
      <vt:lpstr>游ゴシック Light</vt:lpstr>
      <vt:lpstr>Arial</vt:lpstr>
      <vt:lpstr>Office テーマ</vt:lpstr>
      <vt:lpstr>C言語とメモリ概念理解</vt:lpstr>
      <vt:lpstr>親クラスと子クラス(コラム)</vt:lpstr>
      <vt:lpstr>親クラスと子クラス(コラム)</vt:lpstr>
      <vt:lpstr>親クラスと子クラス(コラム)</vt:lpstr>
      <vt:lpstr>親クラスと子クラス(コラム)</vt:lpstr>
      <vt:lpstr>親クラスと子クラス(コラム)</vt:lpstr>
      <vt:lpstr>親クラスと子クラス(コラム)</vt:lpstr>
      <vt:lpstr>親クラスと子クラス(コラム)</vt:lpstr>
      <vt:lpstr>親クラスと子クラス(コラム)</vt:lpstr>
      <vt:lpstr>親クラスと子クラス(コラム)</vt:lpstr>
      <vt:lpstr>概要</vt:lpstr>
      <vt:lpstr>概要</vt:lpstr>
      <vt:lpstr>概要</vt:lpstr>
      <vt:lpstr>概要</vt:lpstr>
      <vt:lpstr>概要</vt:lpstr>
      <vt:lpstr>メモリ配置図</vt:lpstr>
      <vt:lpstr>メモリ配置図</vt:lpstr>
      <vt:lpstr>メモリ配置図</vt:lpstr>
      <vt:lpstr>メモリ配置図</vt:lpstr>
      <vt:lpstr>メモリ配置図</vt:lpstr>
      <vt:lpstr>メモリ配置図</vt:lpstr>
      <vt:lpstr>メモリ配置図</vt:lpstr>
      <vt:lpstr>メモリ配置図</vt:lpstr>
      <vt:lpstr>Lv1:箱と住所</vt:lpstr>
      <vt:lpstr>Lv1:箱と住所</vt:lpstr>
      <vt:lpstr>Lv1:箱と住所</vt:lpstr>
      <vt:lpstr>Lv1:箱と住所</vt:lpstr>
      <vt:lpstr>Lv1:箱と住所</vt:lpstr>
      <vt:lpstr>Lv1:箱と住所</vt:lpstr>
      <vt:lpstr>Lv1:箱と住所</vt:lpstr>
      <vt:lpstr>Lv1:箱と住所</vt:lpstr>
      <vt:lpstr>Lv1:箱と住所</vt:lpstr>
      <vt:lpstr>Lv2:ポインタ,スタック,ヒープ</vt:lpstr>
      <vt:lpstr>Lv2:ポインタ,スタック,ヒープ</vt:lpstr>
      <vt:lpstr>Lv2:ポインタ,スタック,ヒープ</vt:lpstr>
      <vt:lpstr>Lv2:ポインタ,スタック,ヒープ</vt:lpstr>
      <vt:lpstr>Lv2:ポインタ,スタック,ヒープ</vt:lpstr>
      <vt:lpstr>Lv2:ポインタ,スタック,ヒープ</vt:lpstr>
      <vt:lpstr>Lv2:ポインタ,スタック,ヒープ</vt:lpstr>
      <vt:lpstr>Lv2:ポインタ,スタック,ヒープ</vt:lpstr>
      <vt:lpstr>Lv2:ポインタ,スタック,ヒープ</vt:lpstr>
      <vt:lpstr>Lv2:ポインタ,スタック,ヒープ</vt:lpstr>
      <vt:lpstr>Lv3:メモリと地図と隙間</vt:lpstr>
      <vt:lpstr>Lv3:メモリと地図と隙間</vt:lpstr>
      <vt:lpstr>Lv3:メモリと地図と隙間</vt:lpstr>
      <vt:lpstr>Lv3:メモリと地図と隙間</vt:lpstr>
      <vt:lpstr>Lv3:メモリと地図と隙間</vt:lpstr>
      <vt:lpstr>Lv3:メモリと地図と隙間</vt:lpstr>
      <vt:lpstr>Lv3:メモリと地図と隙間</vt:lpstr>
      <vt:lpstr>Lv3:メモリと地図と隙間</vt:lpstr>
      <vt:lpstr>Lv3:メモリと地図と隙間</vt:lpstr>
      <vt:lpstr>Lv3:メモリと地図と隙間</vt:lpstr>
      <vt:lpstr>Lv3:メモリと地図と隙間</vt:lpstr>
      <vt:lpstr>Lv4:ハードウェアとの対話</vt:lpstr>
      <vt:lpstr>Lv4:ハードウェアとの対話</vt:lpstr>
      <vt:lpstr>Lv4:ハードウェアとの対話</vt:lpstr>
      <vt:lpstr>Lv4:ハードウェアとの対話</vt:lpstr>
      <vt:lpstr>Lv4:ハードウェアとの対話</vt:lpstr>
      <vt:lpstr>Lv4:ハードウェアとの対話</vt:lpstr>
      <vt:lpstr>Lv4:ハードウェアとの対話</vt:lpstr>
      <vt:lpstr>Lv4:ハードウェアとの対話</vt:lpstr>
      <vt:lpstr>Lv4:ハードウェアとの対話</vt:lpstr>
      <vt:lpstr>Lv4:ハードウェアとの対話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工内　章広</dc:creator>
  <cp:lastModifiedBy>工内　章広</cp:lastModifiedBy>
  <cp:revision>1</cp:revision>
  <dcterms:created xsi:type="dcterms:W3CDTF">2025-12-14T06:30:35Z</dcterms:created>
  <dcterms:modified xsi:type="dcterms:W3CDTF">2025-12-14T07:28:54Z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0x0101001F1826688B18A7418BDC17859CAB5354</vt:lpwstr>
  </property>
</Properties>
</file>