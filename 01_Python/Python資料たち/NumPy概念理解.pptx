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79" r:id="rId15"/>
    <p:sldId id="266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80" r:id="rId27"/>
    <p:sldId id="278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16" r:id="rId61"/>
    <p:sldId id="313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9" r:id="rId73"/>
    <p:sldId id="330" r:id="rId74"/>
    <p:sldId id="331" r:id="rId75"/>
    <p:sldId id="332" r:id="rId76"/>
    <p:sldId id="333" r:id="rId77"/>
    <p:sldId id="334" r:id="rId78"/>
    <p:sldId id="335" r:id="rId79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3C8E1BA-9257-4CCF-BF8B-7E38A1CC2C33}" v="5" dt="2025-12-13T07:44:30.39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19" autoAdjust="0"/>
    <p:restoredTop sz="94660"/>
  </p:normalViewPr>
  <p:slideViewPr>
    <p:cSldViewPr snapToGrid="0">
      <p:cViewPr varScale="1">
        <p:scale>
          <a:sx n="130" d="100"/>
          <a:sy n="130" d="100"/>
        </p:scale>
        <p:origin x="222" y="5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84" Type="http://schemas.microsoft.com/office/2015/10/relationships/revisionInfo" Target="revisionInfo.xml"/><Relationship Id="rId16" Type="http://schemas.openxmlformats.org/officeDocument/2006/relationships/slide" Target="slides/slide12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74" Type="http://schemas.openxmlformats.org/officeDocument/2006/relationships/slide" Target="slides/slide70.xml"/><Relationship Id="rId79" Type="http://schemas.openxmlformats.org/officeDocument/2006/relationships/slide" Target="slides/slide75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82" Type="http://schemas.openxmlformats.org/officeDocument/2006/relationships/theme" Target="theme/theme1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77" Type="http://schemas.openxmlformats.org/officeDocument/2006/relationships/slide" Target="slides/slide73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80" Type="http://schemas.openxmlformats.org/officeDocument/2006/relationships/presProps" Target="presProp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83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slide" Target="slides/slide69.xml"/><Relationship Id="rId78" Type="http://schemas.openxmlformats.org/officeDocument/2006/relationships/slide" Target="slides/slide74.xml"/><Relationship Id="rId8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slide" Target="slides/slide72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68BC043-FC1D-A7F4-A198-60EACDFAA7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43981221-E85D-8020-C6C3-DBF59066FC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CCB9CFB-62B2-6234-307D-9CDD630F0E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B9CE06-0B9F-41D3-B053-BA3CE0877B05}" type="datetimeFigureOut">
              <a:rPr kumimoji="1" lang="ja-JP" altLang="en-US" smtClean="0"/>
              <a:t>2025/12/13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1FB6DB6-EE95-C0C2-8E3C-CCEBB87F65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5046816-08A6-7ACA-3E5B-DF3B2817CD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F9525-1DB0-4760-8011-A93A91D9B5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767041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DE3E15F-C9FD-72C4-7CC3-EDAFAF7FDA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22B8830-F872-9925-5B5B-A5159C2D9A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476C5C0-855D-9B14-C175-7312B56AC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B9CE06-0B9F-41D3-B053-BA3CE0877B05}" type="datetimeFigureOut">
              <a:rPr kumimoji="1" lang="ja-JP" altLang="en-US" smtClean="0"/>
              <a:t>2025/12/13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FF19DD5-4A0A-2274-779A-A34FA459C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DEC724D-4C60-CA01-5CCD-392F7E0B6D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F9525-1DB0-4760-8011-A93A91D9B5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222817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02E6C39-CE0B-65C2-66C2-78FFF73FB5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31637AE-0B97-EDE9-9D86-7724109ACC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97D94A5-8790-A23F-8FBA-CE91A5FB34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B9CE06-0B9F-41D3-B053-BA3CE0877B05}" type="datetimeFigureOut">
              <a:rPr kumimoji="1" lang="ja-JP" altLang="en-US" smtClean="0"/>
              <a:t>2025/12/13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83CF9B8-12C4-4F3E-31F3-F7DF657634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8B078B8-BFCC-7C37-2487-5CA8C3590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F9525-1DB0-4760-8011-A93A91D9B5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315323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D477629-AA7C-E164-1C2E-E96FBEB675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AE374D7-441A-3D8E-732C-3E7DAEAFB0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4657A5A-FBF1-227A-8C82-94EA2523C7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8747942-12CE-5A6E-E74D-C55F0B0C4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B9CE06-0B9F-41D3-B053-BA3CE0877B05}" type="datetimeFigureOut">
              <a:rPr kumimoji="1" lang="ja-JP" altLang="en-US" smtClean="0"/>
              <a:t>2025/12/13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FD0CC72-869C-212F-CD9F-FA3DD196F4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9DE01AD-886F-98D8-64A4-9AD146B672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F9525-1DB0-4760-8011-A93A91D9B5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60859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1297988-4F53-6A64-0E4B-6E910912F7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D0D930F-8669-7D9A-C863-B7478FFA47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0460B309-1B61-7BDB-652F-579A26DA60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CE21DB11-443A-8D33-9E68-5861C3E5A0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5B6D7E35-0B57-794D-3B4A-3B149128E5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5D5E1025-EE61-1B76-832E-C6C853BB6E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B9CE06-0B9F-41D3-B053-BA3CE0877B05}" type="datetimeFigureOut">
              <a:rPr kumimoji="1" lang="ja-JP" altLang="en-US" smtClean="0"/>
              <a:t>2025/12/13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4B4F9A58-8782-BD54-0649-9272FE0F45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B59197B1-A697-D60D-A082-672075B53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F9525-1DB0-4760-8011-A93A91D9B5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374129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0A29598-4229-1E3D-E4F3-317D0B0A8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329EC73-C8A3-90EC-B5A8-1533102821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B9CE06-0B9F-41D3-B053-BA3CE0877B05}" type="datetimeFigureOut">
              <a:rPr kumimoji="1" lang="ja-JP" altLang="en-US" smtClean="0"/>
              <a:t>2025/12/13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C7148959-1FB6-E175-145F-D9A1FEFA3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F4C2ADF0-4BF7-3B4D-1F11-ACD7430FA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F9525-1DB0-4760-8011-A93A91D9B5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148372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04DA2507-97AE-C353-16AA-AF4340E059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B9CE06-0B9F-41D3-B053-BA3CE0877B05}" type="datetimeFigureOut">
              <a:rPr kumimoji="1" lang="ja-JP" altLang="en-US" smtClean="0"/>
              <a:t>2025/12/13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587A687E-DB7B-7600-3160-CBE694F6C5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78B74C4-696A-3BDE-6598-74AEE3DC9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F9525-1DB0-4760-8011-A93A91D9B5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559972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37F2C73-1139-5C99-2EB9-3AB450E9CB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14218F5-1303-2D78-0151-E30FCA88B5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E1A06517-F4A8-4599-CF1B-ED6E4201EB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01B1CEE-2402-934B-A817-39A635EEB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B9CE06-0B9F-41D3-B053-BA3CE0877B05}" type="datetimeFigureOut">
              <a:rPr kumimoji="1" lang="ja-JP" altLang="en-US" smtClean="0"/>
              <a:t>2025/12/13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2906160-E726-2183-A719-9CB481A62A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99D70A9-E04C-A69F-6710-5002D3B18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F9525-1DB0-4760-8011-A93A91D9B5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838447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D2A5A3C-3FEE-91E0-386C-6F28E5A801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DAFC9C6C-8B84-CB81-D0E5-8F1166959AE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A09AEAC-8244-FA7B-2D34-CA7EEEEFF2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F64514D-1462-0E2D-446B-9696E4CD29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B9CE06-0B9F-41D3-B053-BA3CE0877B05}" type="datetimeFigureOut">
              <a:rPr kumimoji="1" lang="ja-JP" altLang="en-US" smtClean="0"/>
              <a:t>2025/12/13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615BF48-9216-34C2-7103-BAE0F64121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B2A4CBB-11C0-1EDD-C518-22E17BAD3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F9525-1DB0-4760-8011-A93A91D9B5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03388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AAB8B88-5CCD-1CD2-AAE5-394643D225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000D57B-80F3-36F1-32C9-1363E12E49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BA10028-0738-61C1-40FC-B4C76C1C6B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B9CE06-0B9F-41D3-B053-BA3CE0877B05}" type="datetimeFigureOut">
              <a:rPr kumimoji="1" lang="ja-JP" altLang="en-US" smtClean="0"/>
              <a:t>2025/12/13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3DC897E-9843-BA88-5C2B-C0B49C1FDB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6CCE183-BEF1-862C-ABB9-CC44F3BC05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F9525-1DB0-4760-8011-A93A91D9B5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01372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14A5C8BB-6483-1122-56C6-D5092E6E9E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DB4F1DC4-4F5C-EC9B-1BA3-BE4492F418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137D1EE-CCC0-9F12-D8AA-BEE93284EC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B9CE06-0B9F-41D3-B053-BA3CE0877B05}" type="datetimeFigureOut">
              <a:rPr kumimoji="1" lang="ja-JP" altLang="en-US" smtClean="0"/>
              <a:t>2025/12/13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8EB9FAE-1566-0E3C-8D8C-44F31479C4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A4121FC-ABAE-3855-5FEE-76194FD50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F9525-1DB0-4760-8011-A93A91D9B5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494957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385C727A-EA86-CFC5-0D2E-D8C32BA309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CFC9CD6-8EB5-90AB-D6A0-481CA9F92D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BEC9B26-555F-BF27-FD42-DB9BFF9BD6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B9CE06-0B9F-41D3-B053-BA3CE0877B05}" type="datetimeFigureOut">
              <a:rPr kumimoji="1" lang="ja-JP" altLang="en-US" smtClean="0"/>
              <a:t>2025/12/13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69013A5-6F15-A90F-FF9A-D00A5056C9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7C6CE1B-0FCF-4435-0AEC-97BEF36287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6F9525-1DB0-4760-8011-A93A91D9B5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833727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7461FC7-E4CC-14D2-9404-65502B71F56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ja-JP" dirty="0"/>
              <a:t>NumPy</a:t>
            </a:r>
            <a:r>
              <a:rPr kumimoji="1" lang="ja-JP" altLang="en-US" dirty="0"/>
              <a:t>概念理解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4A66CB0F-F9F9-DAAB-41C4-EE32499C23B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269909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37609CC-C821-5A8D-2F43-4AA8A1ECB9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kumimoji="1" lang="en-US" altLang="ja-JP" dirty="0"/>
              <a:t>L1:</a:t>
            </a:r>
            <a:r>
              <a:rPr kumimoji="1" lang="ja-JP" altLang="en-US" dirty="0"/>
              <a:t>脱</a:t>
            </a:r>
            <a:r>
              <a:rPr kumimoji="1" lang="en-US" altLang="ja-JP" dirty="0"/>
              <a:t>Python</a:t>
            </a:r>
            <a:endParaRPr kumimoji="1" lang="ja-JP" altLang="en-US" dirty="0"/>
          </a:p>
        </p:txBody>
      </p:sp>
      <p:pic>
        <p:nvPicPr>
          <p:cNvPr id="5" name="コンテンツ プレースホルダー 4" descr="テキスト, 手紙&#10;&#10;AI 生成コンテンツは誤りを含む可能性があります。">
            <a:extLst>
              <a:ext uri="{FF2B5EF4-FFF2-40B4-BE49-F238E27FC236}">
                <a16:creationId xmlns:a16="http://schemas.microsoft.com/office/drawing/2014/main" id="{CD8BDE76-9141-DB4F-524C-99DB4E62DC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4918" y="2252072"/>
            <a:ext cx="12067082" cy="2252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73231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6A3758-A522-4D8B-4E94-426044807E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7BDA0F3-E4F2-B712-B116-00D7EB40B8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kumimoji="1" lang="en-US" altLang="ja-JP" dirty="0"/>
              <a:t>L1:</a:t>
            </a:r>
            <a:r>
              <a:rPr kumimoji="1" lang="ja-JP" altLang="en-US" dirty="0"/>
              <a:t>脱</a:t>
            </a:r>
            <a:r>
              <a:rPr kumimoji="1" lang="en-US" altLang="ja-JP" dirty="0"/>
              <a:t>Python</a:t>
            </a:r>
            <a:endParaRPr kumimoji="1" lang="ja-JP" altLang="en-US" dirty="0"/>
          </a:p>
        </p:txBody>
      </p:sp>
      <p:pic>
        <p:nvPicPr>
          <p:cNvPr id="5" name="コンテンツ プレースホルダー 4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E40D0839-EC3D-5AB4-691C-72F8A1F856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944715"/>
            <a:ext cx="12192000" cy="3809999"/>
          </a:xfrm>
          <a:prstGeom prst="rect">
            <a:avLst/>
          </a:prstGeom>
        </p:spPr>
      </p:pic>
      <p:pic>
        <p:nvPicPr>
          <p:cNvPr id="7" name="図 6" descr="グラフィカル ユーザー インターフェイス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9354DF74-E847-332F-5F34-5F9365028E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754713"/>
            <a:ext cx="9413823" cy="2066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49837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047D8B-8EA3-DBBA-75E6-A704B0C27F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DA29058-0FE5-1D0A-68F0-A3E773820C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kumimoji="1" lang="en-US" altLang="ja-JP" dirty="0"/>
              <a:t>L1:</a:t>
            </a:r>
            <a:r>
              <a:rPr kumimoji="1" lang="ja-JP" altLang="en-US" dirty="0"/>
              <a:t>脱</a:t>
            </a:r>
            <a:r>
              <a:rPr kumimoji="1" lang="en-US" altLang="ja-JP" dirty="0"/>
              <a:t>Python</a:t>
            </a:r>
            <a:endParaRPr kumimoji="1" lang="ja-JP" altLang="en-US" dirty="0"/>
          </a:p>
        </p:txBody>
      </p:sp>
      <p:pic>
        <p:nvPicPr>
          <p:cNvPr id="5" name="コンテンツ プレースホルダー 4" descr="グラフィカル ユーザー インターフェイス, テキスト, アプリケーション, メール&#10;&#10;AI 生成コンテンツは誤りを含む可能性があります。">
            <a:extLst>
              <a:ext uri="{FF2B5EF4-FFF2-40B4-BE49-F238E27FC236}">
                <a16:creationId xmlns:a16="http://schemas.microsoft.com/office/drawing/2014/main" id="{EB2B1BD2-466C-1C5D-99F0-E17F59B061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4950" y="896814"/>
            <a:ext cx="10515600" cy="5850125"/>
          </a:xfrm>
          <a:prstGeom prst="rect">
            <a:avLst/>
          </a:prstGeom>
        </p:spPr>
      </p:pic>
      <p:pic>
        <p:nvPicPr>
          <p:cNvPr id="4" name="図 3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009220A1-420A-1377-5B1D-DE77F377B4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4473" y="2992277"/>
            <a:ext cx="7696356" cy="1145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0605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23E38B-689B-DFAC-317D-AD265D9B90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98CB840-4475-41D0-9A87-D9DFB9628D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kumimoji="1" lang="en-US" altLang="ja-JP" dirty="0"/>
              <a:t>L1:</a:t>
            </a:r>
            <a:r>
              <a:rPr kumimoji="1" lang="ja-JP" altLang="en-US" dirty="0"/>
              <a:t>脱</a:t>
            </a:r>
            <a:r>
              <a:rPr kumimoji="1" lang="en-US" altLang="ja-JP" dirty="0"/>
              <a:t>Python</a:t>
            </a:r>
            <a:endParaRPr kumimoji="1" lang="ja-JP" altLang="en-US" dirty="0"/>
          </a:p>
        </p:txBody>
      </p:sp>
      <p:pic>
        <p:nvPicPr>
          <p:cNvPr id="5" name="コンテンツ プレースホルダー 4" descr="グラフィカル ユーザー インターフェイス, テキスト, アプリケーション&#10;&#10;AI 生成コンテンツは誤りを含む可能性があります。">
            <a:extLst>
              <a:ext uri="{FF2B5EF4-FFF2-40B4-BE49-F238E27FC236}">
                <a16:creationId xmlns:a16="http://schemas.microsoft.com/office/drawing/2014/main" id="{027E2D65-49DD-0B9E-50F5-B57173A10C3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481615"/>
            <a:ext cx="12192000" cy="3283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6028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916F6D-0CE0-BC6E-2587-7AB8A76EEE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90476BF-6B33-C96C-EF01-E4A72CAF22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kumimoji="1" lang="en-US" altLang="ja-JP" dirty="0"/>
              <a:t>L1:</a:t>
            </a:r>
            <a:r>
              <a:rPr kumimoji="1" lang="ja-JP" altLang="en-US" dirty="0"/>
              <a:t>脱</a:t>
            </a:r>
            <a:r>
              <a:rPr kumimoji="1" lang="en-US" altLang="ja-JP" dirty="0"/>
              <a:t>Python</a:t>
            </a:r>
            <a:endParaRPr kumimoji="1" lang="ja-JP" altLang="en-US" dirty="0"/>
          </a:p>
        </p:txBody>
      </p:sp>
      <p:pic>
        <p:nvPicPr>
          <p:cNvPr id="5" name="コンテンツ プレースホルダー 4" descr="グラフィカル ユーザー インターフェイス, テキスト, アプリケーション, メール&#10;&#10;AI 生成コンテンツは誤りを含む可能性があります。">
            <a:extLst>
              <a:ext uri="{FF2B5EF4-FFF2-40B4-BE49-F238E27FC236}">
                <a16:creationId xmlns:a16="http://schemas.microsoft.com/office/drawing/2014/main" id="{6C9C9CD1-6ABC-B7C6-ABB9-F1BD69B0B9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4424" y="867394"/>
            <a:ext cx="11033228" cy="5971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51615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77DE34-8940-CB56-B59B-E649DE437B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F7032F-2F21-897D-8F0A-D79153D43A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kumimoji="1" lang="en-US" altLang="ja-JP" dirty="0"/>
              <a:t>L1:</a:t>
            </a:r>
            <a:r>
              <a:rPr kumimoji="1" lang="ja-JP" altLang="en-US" dirty="0"/>
              <a:t>脱</a:t>
            </a:r>
            <a:r>
              <a:rPr kumimoji="1" lang="en-US" altLang="ja-JP" dirty="0"/>
              <a:t>Python</a:t>
            </a:r>
            <a:endParaRPr kumimoji="1" lang="ja-JP" altLang="en-US" dirty="0"/>
          </a:p>
        </p:txBody>
      </p:sp>
      <p:pic>
        <p:nvPicPr>
          <p:cNvPr id="5" name="コンテンツ プレースホルダー 4" descr="グラフィカル ユーザー インターフェイス, テキスト, アプリケーション, メール&#10;&#10;AI 生成コンテンツは誤りを含む可能性があります。">
            <a:extLst>
              <a:ext uri="{FF2B5EF4-FFF2-40B4-BE49-F238E27FC236}">
                <a16:creationId xmlns:a16="http://schemas.microsoft.com/office/drawing/2014/main" id="{E49D5C5F-8703-4F77-80FB-8233DCF4D5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106811"/>
            <a:ext cx="12192000" cy="5386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2100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559E6E-6E0C-8BBF-E74C-D2E84683B2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8376CBC-AAF0-1002-0A0A-079AA196E1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kumimoji="1" lang="en-US" altLang="ja-JP" dirty="0"/>
              <a:t>L1:</a:t>
            </a:r>
            <a:r>
              <a:rPr kumimoji="1" lang="ja-JP" altLang="en-US" dirty="0"/>
              <a:t>脱</a:t>
            </a:r>
            <a:r>
              <a:rPr kumimoji="1" lang="en-US" altLang="ja-JP" dirty="0"/>
              <a:t>Python</a:t>
            </a:r>
            <a:endParaRPr kumimoji="1" lang="ja-JP" altLang="en-US" dirty="0"/>
          </a:p>
        </p:txBody>
      </p:sp>
      <p:pic>
        <p:nvPicPr>
          <p:cNvPr id="5" name="コンテンツ プレースホルダー 4" descr="グラフィカル ユーザー インターフェイス, テキスト, アプリケーション, メール&#10;&#10;AI 生成コンテンツは誤りを含む可能性があります。">
            <a:extLst>
              <a:ext uri="{FF2B5EF4-FFF2-40B4-BE49-F238E27FC236}">
                <a16:creationId xmlns:a16="http://schemas.microsoft.com/office/drawing/2014/main" id="{68F60C34-A468-032E-1BAE-10747E8021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5539" y="854230"/>
            <a:ext cx="9333176" cy="5963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90473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41B55A-1699-D675-CC3F-560F331ADE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E67B2EC-09BB-9503-6AB8-3EDD28565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kumimoji="1" lang="en-US" altLang="ja-JP" dirty="0"/>
              <a:t>L1:</a:t>
            </a:r>
            <a:r>
              <a:rPr kumimoji="1" lang="ja-JP" altLang="en-US" dirty="0"/>
              <a:t>脱</a:t>
            </a:r>
            <a:r>
              <a:rPr kumimoji="1" lang="en-US" altLang="ja-JP" dirty="0"/>
              <a:t>Python</a:t>
            </a:r>
            <a:endParaRPr kumimoji="1" lang="ja-JP" altLang="en-US" dirty="0"/>
          </a:p>
        </p:txBody>
      </p:sp>
      <p:pic>
        <p:nvPicPr>
          <p:cNvPr id="5" name="コンテンツ プレースホルダー 4" descr="グラフィカル ユーザー インターフェイス, テキスト, アプリケーション, メール&#10;&#10;AI 生成コンテンツは誤りを含む可能性があります。">
            <a:extLst>
              <a:ext uri="{FF2B5EF4-FFF2-40B4-BE49-F238E27FC236}">
                <a16:creationId xmlns:a16="http://schemas.microsoft.com/office/drawing/2014/main" id="{7C0CF1E8-BB54-1001-A76A-E451E3EFBD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7216" y="1001463"/>
            <a:ext cx="10268384" cy="5606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78269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0500A9-3708-D6AF-1239-B9C0B93355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9518695-64C1-6719-EE82-19B0792F90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kumimoji="1" lang="en-US" altLang="ja-JP" dirty="0"/>
              <a:t>L1:</a:t>
            </a:r>
            <a:r>
              <a:rPr kumimoji="1" lang="ja-JP" altLang="en-US" dirty="0"/>
              <a:t>脱</a:t>
            </a:r>
            <a:r>
              <a:rPr kumimoji="1" lang="en-US" altLang="ja-JP" dirty="0"/>
              <a:t>Python</a:t>
            </a:r>
            <a:endParaRPr kumimoji="1" lang="ja-JP" altLang="en-US" dirty="0"/>
          </a:p>
        </p:txBody>
      </p:sp>
      <p:pic>
        <p:nvPicPr>
          <p:cNvPr id="5" name="コンテンツ プレースホルダー 4" descr="グラフィカル ユーザー インターフェイス, テキスト, アプリケーション, メール&#10;&#10;AI 生成コンテンツは誤りを含む可能性があります。">
            <a:extLst>
              <a:ext uri="{FF2B5EF4-FFF2-40B4-BE49-F238E27FC236}">
                <a16:creationId xmlns:a16="http://schemas.microsoft.com/office/drawing/2014/main" id="{FBC29BA8-64C6-F6C3-7C86-628685B1C24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8960" y="855907"/>
            <a:ext cx="10515600" cy="5931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12784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26A4493-B908-00CD-F4ED-8B42E71B86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1223" y="2658620"/>
            <a:ext cx="3958652" cy="1325563"/>
          </a:xfrm>
        </p:spPr>
        <p:txBody>
          <a:bodyPr/>
          <a:lstStyle/>
          <a:p>
            <a:r>
              <a:rPr lang="en-US" altLang="ja-JP" dirty="0"/>
              <a:t>L2:</a:t>
            </a:r>
            <a:r>
              <a:rPr lang="ja-JP" altLang="en-US" dirty="0"/>
              <a:t>データ抽出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9419371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C9E92A-DD0B-4499-5FD8-7DFED6DB2B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34D3846-438A-BE32-4B89-B228AA723F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kumimoji="1" lang="en-US" altLang="ja-JP" dirty="0"/>
              <a:t>L2:</a:t>
            </a:r>
            <a:r>
              <a:rPr lang="ja-JP" altLang="en-US" dirty="0"/>
              <a:t>データ抽出</a:t>
            </a:r>
            <a:endParaRPr kumimoji="1" lang="ja-JP" altLang="en-US" dirty="0"/>
          </a:p>
        </p:txBody>
      </p:sp>
      <p:pic>
        <p:nvPicPr>
          <p:cNvPr id="5" name="コンテンツ プレースホルダー 4" descr="テキスト, 手紙&#10;&#10;AI 生成コンテンツは誤りを含む可能性があります。">
            <a:extLst>
              <a:ext uri="{FF2B5EF4-FFF2-40B4-BE49-F238E27FC236}">
                <a16:creationId xmlns:a16="http://schemas.microsoft.com/office/drawing/2014/main" id="{E029F785-B690-3449-BFA8-4659716540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9621" y="1325563"/>
            <a:ext cx="11593991" cy="2976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84191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F7E89C-63C0-F54B-717E-F673E57EFF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FB3F99D-E54A-A88E-7A5A-E51FC23F06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kumimoji="1" lang="en-US" altLang="ja-JP" dirty="0"/>
              <a:t>L2:</a:t>
            </a:r>
            <a:r>
              <a:rPr lang="ja-JP" altLang="en-US" dirty="0"/>
              <a:t>データ抽出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70F0DB53-FF90-1C90-B160-5828E345B8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7765" y="838113"/>
            <a:ext cx="10849985" cy="5977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94527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276DBE-FDC0-7B7E-3903-AF30E1A750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C9F1BCB-AAC1-98AD-EA85-A77C1AB97E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kumimoji="1" lang="en-US" altLang="ja-JP" dirty="0"/>
              <a:t>L2:</a:t>
            </a:r>
            <a:r>
              <a:rPr lang="ja-JP" altLang="en-US" dirty="0"/>
              <a:t>データ抽出</a:t>
            </a:r>
            <a:endParaRPr kumimoji="1" lang="ja-JP" altLang="en-US" dirty="0"/>
          </a:p>
        </p:txBody>
      </p:sp>
      <p:pic>
        <p:nvPicPr>
          <p:cNvPr id="5" name="コンテンツ プレースホルダー 4" descr="グラフィカル ユーザー インターフェイス, 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C8DDE578-EC94-B77A-FE72-31ACCA28EB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9954" y="1098008"/>
            <a:ext cx="12022111" cy="4661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72977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398AFC-0340-F489-16CD-1C5FFCD602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BFE39BB-CA29-C804-D0E8-23430DC726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kumimoji="1" lang="en-US" altLang="ja-JP" dirty="0"/>
              <a:t>L2:</a:t>
            </a:r>
            <a:r>
              <a:rPr lang="ja-JP" altLang="en-US" dirty="0"/>
              <a:t>データ抽出</a:t>
            </a:r>
            <a:endParaRPr kumimoji="1" lang="ja-JP" altLang="en-US" dirty="0"/>
          </a:p>
        </p:txBody>
      </p:sp>
      <p:pic>
        <p:nvPicPr>
          <p:cNvPr id="5" name="コンテンツ プレースホルダー 4" descr="グラフィカル ユーザー インターフェイス, テキスト, アプリケーション&#10;&#10;AI 生成コンテンツは誤りを含む可能性があります。">
            <a:extLst>
              <a:ext uri="{FF2B5EF4-FFF2-40B4-BE49-F238E27FC236}">
                <a16:creationId xmlns:a16="http://schemas.microsoft.com/office/drawing/2014/main" id="{25D47689-CD25-9937-5876-0C93C9B81F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460544"/>
            <a:ext cx="12054827" cy="3830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67019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F82883-9061-C0CA-7D99-9F345154D3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171D33E-53A2-1CA9-65E0-DC3F12E812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kumimoji="1" lang="en-US" altLang="ja-JP" dirty="0"/>
              <a:t>L2:</a:t>
            </a:r>
            <a:r>
              <a:rPr lang="ja-JP" altLang="en-US" dirty="0"/>
              <a:t>データ抽出</a:t>
            </a:r>
            <a:endParaRPr kumimoji="1" lang="ja-JP" altLang="en-US" dirty="0"/>
          </a:p>
        </p:txBody>
      </p:sp>
      <p:pic>
        <p:nvPicPr>
          <p:cNvPr id="5" name="コンテンツ プレースホルダー 4" descr="グラフィカル ユーザー インターフェイス, テキスト, アプリケーション, メール&#10;&#10;AI 生成コンテンツは誤りを含む可能性があります。">
            <a:extLst>
              <a:ext uri="{FF2B5EF4-FFF2-40B4-BE49-F238E27FC236}">
                <a16:creationId xmlns:a16="http://schemas.microsoft.com/office/drawing/2014/main" id="{288FC997-BE58-25FB-B671-CEAA4A86D8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0548" y="852680"/>
            <a:ext cx="11611681" cy="5208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9120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1AB8BF-8029-2504-5BA1-BC6296B573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251097A-B33F-3CCC-F0B9-7C62BAE0E9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kumimoji="1" lang="en-US" altLang="ja-JP" dirty="0"/>
              <a:t>L2:</a:t>
            </a:r>
            <a:r>
              <a:rPr lang="ja-JP" altLang="en-US" dirty="0"/>
              <a:t>データ抽出</a:t>
            </a:r>
            <a:endParaRPr kumimoji="1" lang="ja-JP" altLang="en-US" dirty="0"/>
          </a:p>
        </p:txBody>
      </p:sp>
      <p:pic>
        <p:nvPicPr>
          <p:cNvPr id="5" name="コンテンツ プレースホルダー 4" descr="グラフィカル ユーザー インターフェイス, テキスト, アプリケーション, メール&#10;&#10;AI 生成コンテンツは誤りを含む可能性があります。">
            <a:extLst>
              <a:ext uri="{FF2B5EF4-FFF2-40B4-BE49-F238E27FC236}">
                <a16:creationId xmlns:a16="http://schemas.microsoft.com/office/drawing/2014/main" id="{17D34E38-25A5-F8AC-7E18-689D99DB22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4912" y="915584"/>
            <a:ext cx="11407515" cy="5836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25983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DB6C47-13C1-2A40-1374-20448E28E2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EC3FB34-951D-3E37-DBD4-D51CA12B6F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kumimoji="1" lang="en-US" altLang="ja-JP" dirty="0"/>
              <a:t>L2:</a:t>
            </a:r>
            <a:r>
              <a:rPr lang="ja-JP" altLang="en-US" dirty="0"/>
              <a:t>データ抽出</a:t>
            </a:r>
            <a:endParaRPr kumimoji="1" lang="ja-JP" altLang="en-US" dirty="0"/>
          </a:p>
        </p:txBody>
      </p:sp>
      <p:pic>
        <p:nvPicPr>
          <p:cNvPr id="9" name="コンテンツ プレースホルダー 8" descr="グラフィカル ユーザー インターフェイス, テキスト, アプリケーション, メール&#10;&#10;AI 生成コンテンツは誤りを含む可能性があります。">
            <a:extLst>
              <a:ext uri="{FF2B5EF4-FFF2-40B4-BE49-F238E27FC236}">
                <a16:creationId xmlns:a16="http://schemas.microsoft.com/office/drawing/2014/main" id="{B0676C4C-EB65-3735-34E0-0995C14A78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9887" y="928473"/>
            <a:ext cx="11507451" cy="5590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19916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54E4CD-C2E7-C176-16E2-7294827778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8FAA832-99AB-5721-3C29-B4A2C86608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kumimoji="1" lang="en-US" altLang="ja-JP" dirty="0"/>
              <a:t>L2:</a:t>
            </a:r>
            <a:r>
              <a:rPr lang="ja-JP" altLang="en-US" dirty="0"/>
              <a:t>データ抽出</a:t>
            </a:r>
            <a:endParaRPr kumimoji="1" lang="ja-JP" altLang="en-US" dirty="0"/>
          </a:p>
        </p:txBody>
      </p:sp>
      <p:pic>
        <p:nvPicPr>
          <p:cNvPr id="5" name="コンテンツ プレースホルダー 4" descr="グラフィカル ユーザー インターフェイス, テキスト, アプリケーション&#10;&#10;AI 生成コンテンツは誤りを含む可能性があります。">
            <a:extLst>
              <a:ext uri="{FF2B5EF4-FFF2-40B4-BE49-F238E27FC236}">
                <a16:creationId xmlns:a16="http://schemas.microsoft.com/office/drawing/2014/main" id="{156BED30-56D7-8DDF-96D8-418AB625A0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1506" y="890649"/>
            <a:ext cx="9646992" cy="5871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38139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583F99-9BA8-261A-7085-5EDF81BB8E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8DECAAF-8BED-9FCB-C7BF-7D834173B5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kumimoji="1" lang="en-US" altLang="ja-JP" dirty="0"/>
              <a:t>L2:</a:t>
            </a:r>
            <a:r>
              <a:rPr lang="ja-JP" altLang="en-US" dirty="0"/>
              <a:t>データ抽出</a:t>
            </a:r>
            <a:endParaRPr kumimoji="1" lang="ja-JP" altLang="en-US" dirty="0"/>
          </a:p>
        </p:txBody>
      </p:sp>
      <p:pic>
        <p:nvPicPr>
          <p:cNvPr id="5" name="コンテンツ プレースホルダー 4" descr="グラフィカル ユーザー インターフェイス, テキスト, アプリケーション, メール&#10;&#10;AI 生成コンテンツは誤りを含む可能性があります。">
            <a:extLst>
              <a:ext uri="{FF2B5EF4-FFF2-40B4-BE49-F238E27FC236}">
                <a16:creationId xmlns:a16="http://schemas.microsoft.com/office/drawing/2014/main" id="{41BDF0BE-C4DE-08B4-DE54-E8A78358C1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6101" y="919505"/>
            <a:ext cx="11376325" cy="5732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81947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C6E70D-E0EF-A1C7-32CA-0D3405E34F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DED0DF8-6DDB-1D76-0E6A-8466EE5D10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kumimoji="1" lang="en-US" altLang="ja-JP" dirty="0"/>
              <a:t>L2:</a:t>
            </a:r>
            <a:r>
              <a:rPr lang="ja-JP" altLang="en-US" dirty="0"/>
              <a:t>データ抽出</a:t>
            </a:r>
            <a:endParaRPr kumimoji="1" lang="ja-JP" altLang="en-US" dirty="0"/>
          </a:p>
        </p:txBody>
      </p:sp>
      <p:pic>
        <p:nvPicPr>
          <p:cNvPr id="5" name="コンテンツ プレースホルダー 4" descr="グラフィカル ユーザー インターフェイス, テキスト, アプリケーション, メール&#10;&#10;AI 生成コンテンツは誤りを含む可能性があります。">
            <a:extLst>
              <a:ext uri="{FF2B5EF4-FFF2-40B4-BE49-F238E27FC236}">
                <a16:creationId xmlns:a16="http://schemas.microsoft.com/office/drawing/2014/main" id="{16F73780-E7B8-EC25-0A26-CD9FD371CA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6259" y="1046433"/>
            <a:ext cx="11266207" cy="5633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91503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DE574C-4530-B847-EAB8-1AA148360C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C709278-68C8-F9FA-B89B-C4FA0A264D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kumimoji="1" lang="en-US" altLang="ja-JP" dirty="0"/>
              <a:t>L2:</a:t>
            </a:r>
            <a:r>
              <a:rPr lang="ja-JP" altLang="en-US" dirty="0"/>
              <a:t>データ抽出</a:t>
            </a:r>
            <a:endParaRPr kumimoji="1" lang="ja-JP" altLang="en-US" dirty="0"/>
          </a:p>
        </p:txBody>
      </p:sp>
      <p:pic>
        <p:nvPicPr>
          <p:cNvPr id="5" name="コンテンツ プレースホルダー 4" descr="テーブル&#10;&#10;AI 生成コンテンツは誤りを含む可能性があります。">
            <a:extLst>
              <a:ext uri="{FF2B5EF4-FFF2-40B4-BE49-F238E27FC236}">
                <a16:creationId xmlns:a16="http://schemas.microsoft.com/office/drawing/2014/main" id="{BB246254-86DB-6BFC-844C-E34F34AEF5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4924" y="1137358"/>
            <a:ext cx="11962151" cy="4229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42386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5CEF7D-6CDD-4D74-965D-8E4048648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C70EE53-3F97-B733-C0F2-F22FCA41D1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kumimoji="1" lang="en-US" altLang="ja-JP" dirty="0"/>
              <a:t>L2:</a:t>
            </a:r>
            <a:r>
              <a:rPr lang="ja-JP" altLang="en-US" dirty="0"/>
              <a:t>データ抽出</a:t>
            </a:r>
            <a:endParaRPr kumimoji="1" lang="ja-JP" altLang="en-US" dirty="0"/>
          </a:p>
        </p:txBody>
      </p:sp>
      <p:pic>
        <p:nvPicPr>
          <p:cNvPr id="5" name="コンテンツ プレースホルダー 4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6E89EAD7-5F39-AC69-72C0-9C160AD2C2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6713" y="1242439"/>
            <a:ext cx="11395654" cy="4373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782819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63B2A9-A6F2-78B3-1644-3F4AB79152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04240CF-4775-6797-5D03-4BC9784411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3351" y="2964305"/>
            <a:ext cx="7165298" cy="929390"/>
          </a:xfrm>
        </p:spPr>
        <p:txBody>
          <a:bodyPr/>
          <a:lstStyle/>
          <a:p>
            <a:r>
              <a:rPr kumimoji="1" lang="en-US" altLang="ja-JP" dirty="0"/>
              <a:t>L3:</a:t>
            </a:r>
            <a:r>
              <a:rPr kumimoji="1" lang="ja-JP" altLang="en-US" dirty="0"/>
              <a:t>ブロードキャストと</a:t>
            </a:r>
            <a:r>
              <a:rPr kumimoji="1" lang="en-US" altLang="ja-JP" dirty="0"/>
              <a:t>Axis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0517190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DBF2A5-E035-03EC-B541-7F70EC0E85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B5A3754-B21D-F076-1635-3361F36313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0515600" cy="929390"/>
          </a:xfrm>
        </p:spPr>
        <p:txBody>
          <a:bodyPr/>
          <a:lstStyle/>
          <a:p>
            <a:r>
              <a:rPr kumimoji="1" lang="en-US" altLang="ja-JP" dirty="0"/>
              <a:t>L3:</a:t>
            </a:r>
            <a:r>
              <a:rPr kumimoji="1" lang="ja-JP" altLang="en-US" dirty="0"/>
              <a:t>ブロードキャストと</a:t>
            </a:r>
            <a:r>
              <a:rPr kumimoji="1" lang="en-US" altLang="ja-JP" dirty="0"/>
              <a:t>Axis</a:t>
            </a:r>
            <a:endParaRPr kumimoji="1" lang="ja-JP" altLang="en-US" dirty="0"/>
          </a:p>
        </p:txBody>
      </p:sp>
      <p:pic>
        <p:nvPicPr>
          <p:cNvPr id="5" name="コンテンツ プレースホルダー 4" descr="テキスト, 手紙&#10;&#10;AI 生成コンテンツは誤りを含む可能性があります。">
            <a:extLst>
              <a:ext uri="{FF2B5EF4-FFF2-40B4-BE49-F238E27FC236}">
                <a16:creationId xmlns:a16="http://schemas.microsoft.com/office/drawing/2014/main" id="{63E7C9EF-509D-1CCD-077E-9FB066A4FA0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2469" y="1778835"/>
            <a:ext cx="11564751" cy="2209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08862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F6691D-EA0E-1ED8-0DAB-9FC115FDB7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DB1E7AF-AB74-F9F2-89C0-6F0B90DAED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0515600" cy="929390"/>
          </a:xfrm>
        </p:spPr>
        <p:txBody>
          <a:bodyPr/>
          <a:lstStyle/>
          <a:p>
            <a:r>
              <a:rPr kumimoji="1" lang="en-US" altLang="ja-JP" dirty="0"/>
              <a:t>L3:</a:t>
            </a:r>
            <a:r>
              <a:rPr kumimoji="1" lang="ja-JP" altLang="en-US" dirty="0"/>
              <a:t>ブロードキャストと</a:t>
            </a:r>
            <a:r>
              <a:rPr kumimoji="1" lang="en-US" altLang="ja-JP" dirty="0"/>
              <a:t>Axis</a:t>
            </a:r>
            <a:endParaRPr kumimoji="1" lang="ja-JP" altLang="en-US" dirty="0"/>
          </a:p>
        </p:txBody>
      </p:sp>
      <p:pic>
        <p:nvPicPr>
          <p:cNvPr id="5" name="コンテンツ プレースホルダー 4" descr="テキスト, 手紙&#10;&#10;AI 生成コンテンツは誤りを含む可能性があります。">
            <a:extLst>
              <a:ext uri="{FF2B5EF4-FFF2-40B4-BE49-F238E27FC236}">
                <a16:creationId xmlns:a16="http://schemas.microsoft.com/office/drawing/2014/main" id="{208C4AD6-102B-8762-B00F-4EC80B8961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8179" y="1104576"/>
            <a:ext cx="11668981" cy="4073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18565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4ACCB2-0328-0A70-DA73-8091DE4238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1150AF8-24C7-841B-7ADF-DC5B54418E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0515600" cy="929390"/>
          </a:xfrm>
        </p:spPr>
        <p:txBody>
          <a:bodyPr/>
          <a:lstStyle/>
          <a:p>
            <a:r>
              <a:rPr kumimoji="1" lang="en-US" altLang="ja-JP" dirty="0"/>
              <a:t>L3:</a:t>
            </a:r>
            <a:r>
              <a:rPr kumimoji="1" lang="ja-JP" altLang="en-US" dirty="0"/>
              <a:t>ブロードキャストと</a:t>
            </a:r>
            <a:r>
              <a:rPr kumimoji="1" lang="en-US" altLang="ja-JP" dirty="0"/>
              <a:t>Axis</a:t>
            </a:r>
            <a:endParaRPr kumimoji="1" lang="ja-JP" altLang="en-US" dirty="0"/>
          </a:p>
        </p:txBody>
      </p:sp>
      <p:pic>
        <p:nvPicPr>
          <p:cNvPr id="5" name="コンテンツ プレースホルダー 4" descr="グラフィカル ユーザー インターフェイス, テキスト, アプリケーション&#10;&#10;AI 生成コンテンツは誤りを含む可能性があります。">
            <a:extLst>
              <a:ext uri="{FF2B5EF4-FFF2-40B4-BE49-F238E27FC236}">
                <a16:creationId xmlns:a16="http://schemas.microsoft.com/office/drawing/2014/main" id="{50883581-8FAB-3F37-728D-BEB7A62612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6141" y="708666"/>
            <a:ext cx="10921433" cy="5920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630138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4B20D3-EC4B-88DD-C678-FF0AE4CC7E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BAD1D6F-1363-80F4-5EE5-7581D93807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0515600" cy="929390"/>
          </a:xfrm>
        </p:spPr>
        <p:txBody>
          <a:bodyPr/>
          <a:lstStyle/>
          <a:p>
            <a:r>
              <a:rPr kumimoji="1" lang="en-US" altLang="ja-JP" dirty="0"/>
              <a:t>L3:</a:t>
            </a:r>
            <a:r>
              <a:rPr kumimoji="1" lang="ja-JP" altLang="en-US" dirty="0"/>
              <a:t>ブロードキャストと</a:t>
            </a:r>
            <a:r>
              <a:rPr kumimoji="1" lang="en-US" altLang="ja-JP" dirty="0"/>
              <a:t>Axis</a:t>
            </a:r>
            <a:endParaRPr kumimoji="1" lang="ja-JP" altLang="en-US" dirty="0"/>
          </a:p>
        </p:txBody>
      </p:sp>
      <p:pic>
        <p:nvPicPr>
          <p:cNvPr id="5" name="コンテンツ プレースホルダー 4" descr="テキスト, 手紙&#10;&#10;AI 生成コンテンツは誤りを含む可能性があります。">
            <a:extLst>
              <a:ext uri="{FF2B5EF4-FFF2-40B4-BE49-F238E27FC236}">
                <a16:creationId xmlns:a16="http://schemas.microsoft.com/office/drawing/2014/main" id="{091E04B4-F83A-C6C0-162D-73A2AF9BDF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7206" y="707966"/>
            <a:ext cx="11482982" cy="3849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511370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0D33DE-FB77-D766-B3BE-755A58B400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9EF8512-1609-3695-898A-9A34402B3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0515600" cy="929390"/>
          </a:xfrm>
        </p:spPr>
        <p:txBody>
          <a:bodyPr/>
          <a:lstStyle/>
          <a:p>
            <a:r>
              <a:rPr kumimoji="1" lang="en-US" altLang="ja-JP" dirty="0"/>
              <a:t>L3:</a:t>
            </a:r>
            <a:r>
              <a:rPr kumimoji="1" lang="ja-JP" altLang="en-US" dirty="0"/>
              <a:t>ブロードキャストと</a:t>
            </a:r>
            <a:r>
              <a:rPr kumimoji="1" lang="en-US" altLang="ja-JP" dirty="0"/>
              <a:t>Axis</a:t>
            </a:r>
            <a:endParaRPr kumimoji="1" lang="ja-JP" altLang="en-US" dirty="0"/>
          </a:p>
        </p:txBody>
      </p:sp>
      <p:pic>
        <p:nvPicPr>
          <p:cNvPr id="5" name="コンテンツ プレースホルダー 4" descr="グラフィカル ユーザー インターフェイス, テキスト, アプリケーション&#10;&#10;AI 生成コンテンツは誤りを含む可能性があります。">
            <a:extLst>
              <a:ext uri="{FF2B5EF4-FFF2-40B4-BE49-F238E27FC236}">
                <a16:creationId xmlns:a16="http://schemas.microsoft.com/office/drawing/2014/main" id="{9A4F887E-7FB7-47BF-E30E-397C478B91E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4832" y="929391"/>
            <a:ext cx="11242623" cy="5723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803177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9F7FC7-30A5-BA41-9BB4-98B20942D9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B852ED1-F1D1-8D09-C458-ECB82CEA3F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0515600" cy="929390"/>
          </a:xfrm>
        </p:spPr>
        <p:txBody>
          <a:bodyPr/>
          <a:lstStyle/>
          <a:p>
            <a:r>
              <a:rPr kumimoji="1" lang="en-US" altLang="ja-JP" dirty="0"/>
              <a:t>L3:</a:t>
            </a:r>
            <a:r>
              <a:rPr kumimoji="1" lang="ja-JP" altLang="en-US" dirty="0"/>
              <a:t>ブロードキャストと</a:t>
            </a:r>
            <a:r>
              <a:rPr kumimoji="1" lang="en-US" altLang="ja-JP" dirty="0"/>
              <a:t>Axis</a:t>
            </a:r>
            <a:endParaRPr kumimoji="1" lang="ja-JP" altLang="en-US" dirty="0"/>
          </a:p>
        </p:txBody>
      </p:sp>
      <p:pic>
        <p:nvPicPr>
          <p:cNvPr id="5" name="コンテンツ プレースホルダー 4" descr="グラフィカル ユーザー インターフェイス&#10;&#10;AI 生成コンテンツは誤りを含む可能性があります。">
            <a:extLst>
              <a:ext uri="{FF2B5EF4-FFF2-40B4-BE49-F238E27FC236}">
                <a16:creationId xmlns:a16="http://schemas.microsoft.com/office/drawing/2014/main" id="{5382EF35-7FD8-4E80-CACC-2F81F7014A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34995"/>
            <a:ext cx="11317574" cy="3782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254330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3C4038-661E-0A50-AB16-02EBF2EF3E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CD44C4E-4E24-4D70-F19A-A6D4034A27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0515600" cy="929390"/>
          </a:xfrm>
        </p:spPr>
        <p:txBody>
          <a:bodyPr/>
          <a:lstStyle/>
          <a:p>
            <a:r>
              <a:rPr kumimoji="1" lang="en-US" altLang="ja-JP" dirty="0"/>
              <a:t>L3:</a:t>
            </a:r>
            <a:r>
              <a:rPr kumimoji="1" lang="ja-JP" altLang="en-US" dirty="0"/>
              <a:t>ブロードキャストと</a:t>
            </a:r>
            <a:r>
              <a:rPr kumimoji="1" lang="en-US" altLang="ja-JP" dirty="0"/>
              <a:t>Axis</a:t>
            </a:r>
            <a:endParaRPr kumimoji="1" lang="ja-JP" altLang="en-US" dirty="0"/>
          </a:p>
        </p:txBody>
      </p:sp>
      <p:pic>
        <p:nvPicPr>
          <p:cNvPr id="5" name="コンテンツ プレースホルダー 4" descr="グラフィカル ユーザー インターフェイス, テキスト, アプリケーション, メール&#10;&#10;AI 生成コンテンツは誤りを含む可能性があります。">
            <a:extLst>
              <a:ext uri="{FF2B5EF4-FFF2-40B4-BE49-F238E27FC236}">
                <a16:creationId xmlns:a16="http://schemas.microsoft.com/office/drawing/2014/main" id="{79CEE63D-E762-6E39-2EB2-9CE248A29C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3041" y="752101"/>
            <a:ext cx="11610987" cy="4674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403644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1520C8-120A-C706-304B-10A46A1D5E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FA5378F-E57D-C6F4-692E-F9936EF81B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0515600" cy="929390"/>
          </a:xfrm>
        </p:spPr>
        <p:txBody>
          <a:bodyPr/>
          <a:lstStyle/>
          <a:p>
            <a:r>
              <a:rPr kumimoji="1" lang="en-US" altLang="ja-JP" dirty="0"/>
              <a:t>L3:</a:t>
            </a:r>
            <a:r>
              <a:rPr kumimoji="1" lang="ja-JP" altLang="en-US" dirty="0"/>
              <a:t>ブロードキャストと</a:t>
            </a:r>
            <a:r>
              <a:rPr kumimoji="1" lang="en-US" altLang="ja-JP" dirty="0"/>
              <a:t>Axis</a:t>
            </a:r>
            <a:endParaRPr kumimoji="1" lang="ja-JP" altLang="en-US" dirty="0"/>
          </a:p>
        </p:txBody>
      </p:sp>
      <p:pic>
        <p:nvPicPr>
          <p:cNvPr id="5" name="コンテンツ プレースホルダー 4" descr="テキスト, 手紙&#10;&#10;AI 生成コンテンツは誤りを含む可能性があります。">
            <a:extLst>
              <a:ext uri="{FF2B5EF4-FFF2-40B4-BE49-F238E27FC236}">
                <a16:creationId xmlns:a16="http://schemas.microsoft.com/office/drawing/2014/main" id="{72E59792-1B64-59E6-EC60-8A47817E99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0944" y="929390"/>
            <a:ext cx="11351384" cy="4055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921969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7AB4F6-CAC3-29DD-E8F1-4D4B74676F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C297084-833A-3A92-AC9C-85654CC812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0515600" cy="929390"/>
          </a:xfrm>
        </p:spPr>
        <p:txBody>
          <a:bodyPr/>
          <a:lstStyle/>
          <a:p>
            <a:r>
              <a:rPr kumimoji="1" lang="en-US" altLang="ja-JP" dirty="0"/>
              <a:t>L3:</a:t>
            </a:r>
            <a:r>
              <a:rPr kumimoji="1" lang="ja-JP" altLang="en-US" dirty="0"/>
              <a:t>ブロードキャストと</a:t>
            </a:r>
            <a:r>
              <a:rPr kumimoji="1" lang="en-US" altLang="ja-JP" dirty="0"/>
              <a:t>Axis</a:t>
            </a:r>
            <a:endParaRPr kumimoji="1" lang="ja-JP" altLang="en-US" dirty="0"/>
          </a:p>
        </p:txBody>
      </p:sp>
      <p:pic>
        <p:nvPicPr>
          <p:cNvPr id="5" name="コンテンツ プレースホルダー 4" descr="グラフィカル ユーザー インターフェイス, テキスト, アプリケーション, メール&#10;&#10;AI 生成コンテンツは誤りを含む可能性があります。">
            <a:extLst>
              <a:ext uri="{FF2B5EF4-FFF2-40B4-BE49-F238E27FC236}">
                <a16:creationId xmlns:a16="http://schemas.microsoft.com/office/drawing/2014/main" id="{CFBD263C-4307-91C2-97B1-A772BA3372E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1097" y="685133"/>
            <a:ext cx="8758051" cy="6115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575099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1F414A-5CD9-A65B-8DED-5985690343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1233B52-519F-E390-33A7-BB1EAADE3F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0515600" cy="929390"/>
          </a:xfrm>
        </p:spPr>
        <p:txBody>
          <a:bodyPr/>
          <a:lstStyle/>
          <a:p>
            <a:r>
              <a:rPr kumimoji="1" lang="en-US" altLang="ja-JP" dirty="0"/>
              <a:t>L3:</a:t>
            </a:r>
            <a:r>
              <a:rPr kumimoji="1" lang="ja-JP" altLang="en-US" dirty="0"/>
              <a:t>ブロードキャストと</a:t>
            </a:r>
            <a:r>
              <a:rPr kumimoji="1" lang="en-US" altLang="ja-JP" dirty="0"/>
              <a:t>Axis</a:t>
            </a:r>
            <a:endParaRPr kumimoji="1" lang="ja-JP" altLang="en-US" dirty="0"/>
          </a:p>
        </p:txBody>
      </p:sp>
      <p:pic>
        <p:nvPicPr>
          <p:cNvPr id="5" name="コンテンツ プレースホルダー 4" descr="グラフィカル ユーザー インターフェイス, テキスト, アプリケーション, メール&#10;&#10;AI 生成コンテンツは誤りを含む可能性があります。">
            <a:extLst>
              <a:ext uri="{FF2B5EF4-FFF2-40B4-BE49-F238E27FC236}">
                <a16:creationId xmlns:a16="http://schemas.microsoft.com/office/drawing/2014/main" id="{BB80588F-937F-A0AF-99D7-274EE47782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4663" y="732199"/>
            <a:ext cx="10515600" cy="5926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968040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9AE612-C0F9-5355-AA95-5F9A1B4CFB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6406B8A-2C3F-F4AB-03FD-6EB775194D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0515600" cy="929390"/>
          </a:xfrm>
        </p:spPr>
        <p:txBody>
          <a:bodyPr/>
          <a:lstStyle/>
          <a:p>
            <a:r>
              <a:rPr kumimoji="1" lang="en-US" altLang="ja-JP" dirty="0"/>
              <a:t>L3:</a:t>
            </a:r>
            <a:r>
              <a:rPr kumimoji="1" lang="ja-JP" altLang="en-US" dirty="0"/>
              <a:t>ブロードキャストと</a:t>
            </a:r>
            <a:r>
              <a:rPr kumimoji="1" lang="en-US" altLang="ja-JP" dirty="0"/>
              <a:t>Axis</a:t>
            </a:r>
            <a:endParaRPr kumimoji="1" lang="ja-JP" altLang="en-US" dirty="0"/>
          </a:p>
        </p:txBody>
      </p:sp>
      <p:pic>
        <p:nvPicPr>
          <p:cNvPr id="7" name="コンテンツ プレースホルダー 6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E8221C66-2C9E-BAF7-82FA-35FB1FF57E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3026" y="1142681"/>
            <a:ext cx="11457189" cy="3819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951898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DE6F9E-57DA-5B03-A30A-93E45BE9F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D91030-4BB5-AECB-E0E6-F64C14E453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9213" y="2499610"/>
            <a:ext cx="2173574" cy="929390"/>
          </a:xfrm>
        </p:spPr>
        <p:txBody>
          <a:bodyPr/>
          <a:lstStyle/>
          <a:p>
            <a:r>
              <a:rPr lang="en-US" altLang="ja-JP" dirty="0"/>
              <a:t>L4</a:t>
            </a:r>
            <a:r>
              <a:rPr kumimoji="1" lang="en-US" altLang="ja-JP" dirty="0"/>
              <a:t>:</a:t>
            </a:r>
            <a:r>
              <a:rPr lang="ja-JP" altLang="en-US" dirty="0"/>
              <a:t>プロ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9741616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A07C71-B8A0-B9DA-49D2-CA232E8A51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1B7ECEC-3210-7CDF-6BC0-1F6D490E96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2173574" cy="929390"/>
          </a:xfrm>
        </p:spPr>
        <p:txBody>
          <a:bodyPr/>
          <a:lstStyle/>
          <a:p>
            <a:r>
              <a:rPr lang="en-US" altLang="ja-JP" dirty="0"/>
              <a:t>L4</a:t>
            </a:r>
            <a:r>
              <a:rPr kumimoji="1" lang="en-US" altLang="ja-JP" dirty="0"/>
              <a:t>:</a:t>
            </a:r>
            <a:r>
              <a:rPr lang="ja-JP" altLang="en-US" dirty="0"/>
              <a:t>プロ</a:t>
            </a:r>
            <a:endParaRPr kumimoji="1" lang="ja-JP" altLang="en-US" dirty="0"/>
          </a:p>
        </p:txBody>
      </p:sp>
      <p:pic>
        <p:nvPicPr>
          <p:cNvPr id="4" name="図 3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AB00AB34-6B9A-2418-C46B-A8881EA2C8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852" y="1546927"/>
            <a:ext cx="11486295" cy="3764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36370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38024D-381E-8ED4-E5D5-68D47C33DA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5AC8F69-C073-3159-647B-47F0B928B7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2173574" cy="929390"/>
          </a:xfrm>
        </p:spPr>
        <p:txBody>
          <a:bodyPr/>
          <a:lstStyle/>
          <a:p>
            <a:r>
              <a:rPr lang="en-US" altLang="ja-JP" dirty="0"/>
              <a:t>L4</a:t>
            </a:r>
            <a:r>
              <a:rPr kumimoji="1" lang="en-US" altLang="ja-JP" dirty="0"/>
              <a:t>:</a:t>
            </a:r>
            <a:r>
              <a:rPr lang="ja-JP" altLang="en-US" dirty="0"/>
              <a:t>プロ</a:t>
            </a:r>
            <a:endParaRPr kumimoji="1" lang="ja-JP" altLang="en-US" dirty="0"/>
          </a:p>
        </p:txBody>
      </p:sp>
      <p:pic>
        <p:nvPicPr>
          <p:cNvPr id="4" name="図 3" descr="テキスト, 手紙&#10;&#10;AI 生成コンテンツは誤りを含む可能性があります。">
            <a:extLst>
              <a:ext uri="{FF2B5EF4-FFF2-40B4-BE49-F238E27FC236}">
                <a16:creationId xmlns:a16="http://schemas.microsoft.com/office/drawing/2014/main" id="{FF50A0C1-4D55-EE21-3B48-6DB67F77DF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736" y="929389"/>
            <a:ext cx="11541494" cy="5234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703669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5E2DC1-1415-DA62-1983-8B48ECF3A6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30D9175-FC1D-11A3-72C6-47A0AFF74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2173574" cy="929390"/>
          </a:xfrm>
        </p:spPr>
        <p:txBody>
          <a:bodyPr/>
          <a:lstStyle/>
          <a:p>
            <a:r>
              <a:rPr lang="en-US" altLang="ja-JP" dirty="0"/>
              <a:t>L4</a:t>
            </a:r>
            <a:r>
              <a:rPr kumimoji="1" lang="en-US" altLang="ja-JP" dirty="0"/>
              <a:t>:</a:t>
            </a:r>
            <a:r>
              <a:rPr lang="ja-JP" altLang="en-US" dirty="0"/>
              <a:t>プロ</a:t>
            </a:r>
            <a:endParaRPr kumimoji="1" lang="ja-JP" altLang="en-US" dirty="0"/>
          </a:p>
        </p:txBody>
      </p:sp>
      <p:pic>
        <p:nvPicPr>
          <p:cNvPr id="4" name="図 3" descr="グラフィカル ユーザー インターフェイス, テキスト, アプリケーション&#10;&#10;AI 生成コンテンツは誤りを含む可能性があります。">
            <a:extLst>
              <a:ext uri="{FF2B5EF4-FFF2-40B4-BE49-F238E27FC236}">
                <a16:creationId xmlns:a16="http://schemas.microsoft.com/office/drawing/2014/main" id="{02DEAC86-1D42-D51A-149B-FD895DA5D3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94" y="719163"/>
            <a:ext cx="11507875" cy="5646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35163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28ACB2-14BD-71F7-A080-D87AD9857F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66BF165-8DBA-4A7A-3B92-1E737528ED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2173574" cy="929390"/>
          </a:xfrm>
        </p:spPr>
        <p:txBody>
          <a:bodyPr/>
          <a:lstStyle/>
          <a:p>
            <a:r>
              <a:rPr lang="en-US" altLang="ja-JP" dirty="0"/>
              <a:t>L4</a:t>
            </a:r>
            <a:r>
              <a:rPr kumimoji="1" lang="en-US" altLang="ja-JP" dirty="0"/>
              <a:t>:</a:t>
            </a:r>
            <a:r>
              <a:rPr lang="ja-JP" altLang="en-US" dirty="0"/>
              <a:t>プロ</a:t>
            </a:r>
            <a:endParaRPr kumimoji="1" lang="ja-JP" altLang="en-US" dirty="0"/>
          </a:p>
        </p:txBody>
      </p:sp>
      <p:pic>
        <p:nvPicPr>
          <p:cNvPr id="4" name="図 3" descr="グラフィカル ユーザー インターフェイス, テキスト, アプリケーション&#10;&#10;AI 生成コンテンツは誤りを含む可能性があります。">
            <a:extLst>
              <a:ext uri="{FF2B5EF4-FFF2-40B4-BE49-F238E27FC236}">
                <a16:creationId xmlns:a16="http://schemas.microsoft.com/office/drawing/2014/main" id="{FB54E804-4D45-E86B-EE84-3746AF4B2F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071" y="666767"/>
            <a:ext cx="11861049" cy="5421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653047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E7BC16-A7A6-2980-712F-2EF97B6E9E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2679B60-4A02-C1FD-6EF4-7C368E5E62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2173574" cy="929390"/>
          </a:xfrm>
        </p:spPr>
        <p:txBody>
          <a:bodyPr/>
          <a:lstStyle/>
          <a:p>
            <a:r>
              <a:rPr lang="en-US" altLang="ja-JP" dirty="0"/>
              <a:t>L4</a:t>
            </a:r>
            <a:r>
              <a:rPr kumimoji="1" lang="en-US" altLang="ja-JP" dirty="0"/>
              <a:t>:</a:t>
            </a:r>
            <a:r>
              <a:rPr lang="ja-JP" altLang="en-US" dirty="0"/>
              <a:t>プロ</a:t>
            </a:r>
            <a:endParaRPr kumimoji="1" lang="ja-JP" altLang="en-US" dirty="0"/>
          </a:p>
        </p:txBody>
      </p:sp>
      <p:pic>
        <p:nvPicPr>
          <p:cNvPr id="4" name="図 3" descr="グラフィカル ユーザー インターフェイス, テキスト, アプリケーション, メール&#10;&#10;AI 生成コンテンツは誤りを含む可能性があります。">
            <a:extLst>
              <a:ext uri="{FF2B5EF4-FFF2-40B4-BE49-F238E27FC236}">
                <a16:creationId xmlns:a16="http://schemas.microsoft.com/office/drawing/2014/main" id="{BB07E304-569D-7AC0-C339-32354B80F2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149" y="664248"/>
            <a:ext cx="10522828" cy="6049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114477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2C134E-B516-56C3-0448-45BDDB8316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3F78094-43D5-5F61-6AAE-6B899F706B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2173574" cy="929390"/>
          </a:xfrm>
        </p:spPr>
        <p:txBody>
          <a:bodyPr/>
          <a:lstStyle/>
          <a:p>
            <a:r>
              <a:rPr lang="en-US" altLang="ja-JP" dirty="0"/>
              <a:t>L4</a:t>
            </a:r>
            <a:r>
              <a:rPr kumimoji="1" lang="en-US" altLang="ja-JP" dirty="0"/>
              <a:t>:</a:t>
            </a:r>
            <a:r>
              <a:rPr lang="ja-JP" altLang="en-US" dirty="0"/>
              <a:t>プロ</a:t>
            </a:r>
            <a:endParaRPr kumimoji="1" lang="ja-JP" altLang="en-US" dirty="0"/>
          </a:p>
        </p:txBody>
      </p:sp>
      <p:pic>
        <p:nvPicPr>
          <p:cNvPr id="4" name="図 3" descr="グラフィカル ユーザー インターフェイス, テキスト, アプリケーション, メール&#10;&#10;AI 生成コンテンツは誤りを含む可能性があります。">
            <a:extLst>
              <a:ext uri="{FF2B5EF4-FFF2-40B4-BE49-F238E27FC236}">
                <a16:creationId xmlns:a16="http://schemas.microsoft.com/office/drawing/2014/main" id="{9D2A4B39-9AD9-6662-D0D9-E9CCFDFFA8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104" y="727711"/>
            <a:ext cx="11437263" cy="6017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141468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24360C-CB5A-78BE-98E7-D871AF846E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ADD04EF-82C5-4C47-5832-3BF1A5D1B4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2173574" cy="929390"/>
          </a:xfrm>
        </p:spPr>
        <p:txBody>
          <a:bodyPr/>
          <a:lstStyle/>
          <a:p>
            <a:r>
              <a:rPr lang="en-US" altLang="ja-JP" dirty="0"/>
              <a:t>L4</a:t>
            </a:r>
            <a:r>
              <a:rPr kumimoji="1" lang="en-US" altLang="ja-JP" dirty="0"/>
              <a:t>:</a:t>
            </a:r>
            <a:r>
              <a:rPr lang="ja-JP" altLang="en-US" dirty="0"/>
              <a:t>プロ</a:t>
            </a:r>
            <a:endParaRPr kumimoji="1" lang="ja-JP" altLang="en-US" dirty="0"/>
          </a:p>
        </p:txBody>
      </p:sp>
      <p:pic>
        <p:nvPicPr>
          <p:cNvPr id="4" name="図 3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EBD653D1-90CB-3D7F-E905-0526DE5630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920" y="807143"/>
            <a:ext cx="11655249" cy="5330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462230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B98D18-74AA-8A4E-A4C4-43FC83D4FC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6B38E75-6DF5-C25A-E6F1-D60219369B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2173574" cy="929390"/>
          </a:xfrm>
        </p:spPr>
        <p:txBody>
          <a:bodyPr/>
          <a:lstStyle/>
          <a:p>
            <a:r>
              <a:rPr lang="en-US" altLang="ja-JP" dirty="0"/>
              <a:t>L4</a:t>
            </a:r>
            <a:r>
              <a:rPr kumimoji="1" lang="en-US" altLang="ja-JP" dirty="0"/>
              <a:t>:</a:t>
            </a:r>
            <a:r>
              <a:rPr lang="ja-JP" altLang="en-US" dirty="0"/>
              <a:t>プロ</a:t>
            </a:r>
            <a:endParaRPr kumimoji="1" lang="ja-JP" altLang="en-US" dirty="0"/>
          </a:p>
        </p:txBody>
      </p:sp>
      <p:pic>
        <p:nvPicPr>
          <p:cNvPr id="4" name="図 3" descr="グラフィカル ユーザー インターフェイス, テキスト, アプリケーション, メール&#10;&#10;AI 生成コンテンツは誤りを含む可能性があります。">
            <a:extLst>
              <a:ext uri="{FF2B5EF4-FFF2-40B4-BE49-F238E27FC236}">
                <a16:creationId xmlns:a16="http://schemas.microsoft.com/office/drawing/2014/main" id="{5F4D5621-7FC7-70D7-FC17-16E8275B1E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57968"/>
            <a:ext cx="11857220" cy="5602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566060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2E1D6B-080D-836E-CA54-BED538A7CE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02FAE94-43F6-7D3A-DA9C-F8557C01D8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2173574" cy="929390"/>
          </a:xfrm>
        </p:spPr>
        <p:txBody>
          <a:bodyPr/>
          <a:lstStyle/>
          <a:p>
            <a:r>
              <a:rPr lang="en-US" altLang="ja-JP" dirty="0"/>
              <a:t>L4</a:t>
            </a:r>
            <a:r>
              <a:rPr kumimoji="1" lang="en-US" altLang="ja-JP" dirty="0"/>
              <a:t>:</a:t>
            </a:r>
            <a:r>
              <a:rPr lang="ja-JP" altLang="en-US" dirty="0"/>
              <a:t>プロ</a:t>
            </a:r>
            <a:endParaRPr kumimoji="1" lang="ja-JP" altLang="en-US" dirty="0"/>
          </a:p>
        </p:txBody>
      </p:sp>
      <p:pic>
        <p:nvPicPr>
          <p:cNvPr id="4" name="図 3" descr="グラフィカル ユーザー インターフェイス, テキスト, アプリケーション, メール&#10;&#10;AI 生成コンテンツは誤りを含む可能性があります。">
            <a:extLst>
              <a:ext uri="{FF2B5EF4-FFF2-40B4-BE49-F238E27FC236}">
                <a16:creationId xmlns:a16="http://schemas.microsoft.com/office/drawing/2014/main" id="{CACD229A-4CDB-0CEC-7D62-0009084B6A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841" y="644501"/>
            <a:ext cx="9548735" cy="6201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415019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4D2F5F-1C72-38B1-4E29-E0A18C915D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46DE36-D345-A9E9-96AA-A2B4EDC638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2173574" cy="929390"/>
          </a:xfrm>
        </p:spPr>
        <p:txBody>
          <a:bodyPr/>
          <a:lstStyle/>
          <a:p>
            <a:r>
              <a:rPr lang="en-US" altLang="ja-JP" dirty="0"/>
              <a:t>L4</a:t>
            </a:r>
            <a:r>
              <a:rPr kumimoji="1" lang="en-US" altLang="ja-JP" dirty="0"/>
              <a:t>:</a:t>
            </a:r>
            <a:r>
              <a:rPr lang="ja-JP" altLang="en-US" dirty="0"/>
              <a:t>プロ</a:t>
            </a:r>
            <a:endParaRPr kumimoji="1" lang="ja-JP" altLang="en-US" dirty="0"/>
          </a:p>
        </p:txBody>
      </p:sp>
      <p:pic>
        <p:nvPicPr>
          <p:cNvPr id="4" name="図 3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83554F6F-44CF-73C0-4BB2-F49430DC6A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258" y="644381"/>
            <a:ext cx="7996214" cy="6213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499896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9D5093-D32A-0E15-1EEB-C82B449CB9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FCAFB01-8974-8908-996C-AC94F467A1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2173574" cy="929390"/>
          </a:xfrm>
        </p:spPr>
        <p:txBody>
          <a:bodyPr/>
          <a:lstStyle/>
          <a:p>
            <a:r>
              <a:rPr lang="en-US" altLang="ja-JP" dirty="0"/>
              <a:t>L4</a:t>
            </a:r>
            <a:r>
              <a:rPr kumimoji="1" lang="en-US" altLang="ja-JP" dirty="0"/>
              <a:t>:</a:t>
            </a:r>
            <a:r>
              <a:rPr lang="ja-JP" altLang="en-US" dirty="0"/>
              <a:t>プロ</a:t>
            </a:r>
            <a:endParaRPr kumimoji="1" lang="ja-JP" altLang="en-US" dirty="0"/>
          </a:p>
        </p:txBody>
      </p:sp>
      <p:pic>
        <p:nvPicPr>
          <p:cNvPr id="4" name="図 3" descr="テキスト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9D99F3C5-F1BF-FD84-2B36-13BC47D45B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158" y="929390"/>
            <a:ext cx="11673042" cy="4117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478928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B0D077-D532-424D-0D30-D7EFC6CEE8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72BCBEB-6FE1-003E-3F42-38E6F7AD58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2173574" cy="929390"/>
          </a:xfrm>
        </p:spPr>
        <p:txBody>
          <a:bodyPr/>
          <a:lstStyle/>
          <a:p>
            <a:r>
              <a:rPr lang="en-US" altLang="ja-JP" dirty="0"/>
              <a:t>L4</a:t>
            </a:r>
            <a:r>
              <a:rPr kumimoji="1" lang="en-US" altLang="ja-JP" dirty="0"/>
              <a:t>:</a:t>
            </a:r>
            <a:r>
              <a:rPr lang="ja-JP" altLang="en-US" dirty="0"/>
              <a:t>プロ</a:t>
            </a:r>
            <a:endParaRPr kumimoji="1" lang="ja-JP" altLang="en-US" dirty="0"/>
          </a:p>
        </p:txBody>
      </p:sp>
      <p:pic>
        <p:nvPicPr>
          <p:cNvPr id="4" name="図 3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AD35A24D-37BC-5F39-1B59-FC80B13817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920" y="821432"/>
            <a:ext cx="11655249" cy="5281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176132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66B256-192A-B57A-620F-02968233B7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EE05A2A-CD55-F4A7-15FC-30EF68F435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2173574" cy="929390"/>
          </a:xfrm>
        </p:spPr>
        <p:txBody>
          <a:bodyPr/>
          <a:lstStyle/>
          <a:p>
            <a:r>
              <a:rPr lang="en-US" altLang="ja-JP" dirty="0"/>
              <a:t>L4</a:t>
            </a:r>
            <a:r>
              <a:rPr kumimoji="1" lang="en-US" altLang="ja-JP" dirty="0"/>
              <a:t>:</a:t>
            </a:r>
            <a:r>
              <a:rPr lang="ja-JP" altLang="en-US" dirty="0"/>
              <a:t>プロ</a:t>
            </a:r>
            <a:endParaRPr kumimoji="1" lang="ja-JP" altLang="en-US" dirty="0"/>
          </a:p>
        </p:txBody>
      </p:sp>
      <p:pic>
        <p:nvPicPr>
          <p:cNvPr id="4" name="図 3" descr="テキスト, 手紙&#10;&#10;AI 生成コンテンツは誤りを含む可能性があります。">
            <a:extLst>
              <a:ext uri="{FF2B5EF4-FFF2-40B4-BE49-F238E27FC236}">
                <a16:creationId xmlns:a16="http://schemas.microsoft.com/office/drawing/2014/main" id="{99158B58-4BA0-9529-6693-6D2B42CF94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22150"/>
            <a:ext cx="11932170" cy="3012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422153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D6BF07-693A-F6BE-A167-CCC6355D81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46D6ABF-F930-7839-5066-81F655F56B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2173574" cy="929390"/>
          </a:xfrm>
        </p:spPr>
        <p:txBody>
          <a:bodyPr/>
          <a:lstStyle/>
          <a:p>
            <a:r>
              <a:rPr lang="en-US" altLang="ja-JP" dirty="0"/>
              <a:t>L4</a:t>
            </a:r>
            <a:r>
              <a:rPr kumimoji="1" lang="en-US" altLang="ja-JP" dirty="0"/>
              <a:t>:</a:t>
            </a:r>
            <a:r>
              <a:rPr lang="ja-JP" altLang="en-US" dirty="0"/>
              <a:t>プロ</a:t>
            </a:r>
            <a:endParaRPr kumimoji="1" lang="ja-JP" altLang="en-US" dirty="0"/>
          </a:p>
        </p:txBody>
      </p:sp>
      <p:pic>
        <p:nvPicPr>
          <p:cNvPr id="4" name="図 3" descr="テキスト, 手紙&#10;&#10;AI 生成コンテンツは誤りを含む可能性があります。">
            <a:extLst>
              <a:ext uri="{FF2B5EF4-FFF2-40B4-BE49-F238E27FC236}">
                <a16:creationId xmlns:a16="http://schemas.microsoft.com/office/drawing/2014/main" id="{9937B948-ACF0-E902-C34F-1894B02F0D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782" y="1124873"/>
            <a:ext cx="11905320" cy="4235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717000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5066D8-29D2-42F4-DFBD-D326DB4F47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4BAEC6F-73FB-2A64-E1BD-E2B4E77A83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2173574" cy="929390"/>
          </a:xfrm>
        </p:spPr>
        <p:txBody>
          <a:bodyPr/>
          <a:lstStyle/>
          <a:p>
            <a:r>
              <a:rPr lang="en-US" altLang="ja-JP" dirty="0"/>
              <a:t>L4</a:t>
            </a:r>
            <a:r>
              <a:rPr kumimoji="1" lang="en-US" altLang="ja-JP" dirty="0"/>
              <a:t>:</a:t>
            </a:r>
            <a:r>
              <a:rPr lang="ja-JP" altLang="en-US" dirty="0"/>
              <a:t>プロ</a:t>
            </a:r>
            <a:endParaRPr kumimoji="1" lang="ja-JP" altLang="en-US" dirty="0"/>
          </a:p>
        </p:txBody>
      </p:sp>
      <p:pic>
        <p:nvPicPr>
          <p:cNvPr id="4" name="図 3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0A807A3A-0F69-9858-3C7A-ACD38A0BFB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75" y="730232"/>
            <a:ext cx="11218958" cy="5969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59270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DCDAB1-9803-F93D-8FD8-B10E05B935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402BCEF-4323-D71E-01A9-617A06F02A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2173574" cy="929390"/>
          </a:xfrm>
        </p:spPr>
        <p:txBody>
          <a:bodyPr/>
          <a:lstStyle/>
          <a:p>
            <a:r>
              <a:rPr lang="en-US" altLang="ja-JP" dirty="0"/>
              <a:t>L4</a:t>
            </a:r>
            <a:r>
              <a:rPr kumimoji="1" lang="en-US" altLang="ja-JP" dirty="0"/>
              <a:t>:</a:t>
            </a:r>
            <a:r>
              <a:rPr lang="ja-JP" altLang="en-US" dirty="0"/>
              <a:t>プロ</a:t>
            </a:r>
            <a:endParaRPr kumimoji="1" lang="ja-JP" altLang="en-US" dirty="0"/>
          </a:p>
        </p:txBody>
      </p:sp>
      <p:pic>
        <p:nvPicPr>
          <p:cNvPr id="4" name="図 3" descr="グラフィカル ユーザー インターフェイス, テキスト, アプリケーション, メール&#10;&#10;AI 生成コンテンツは誤りを含む可能性があります。">
            <a:extLst>
              <a:ext uri="{FF2B5EF4-FFF2-40B4-BE49-F238E27FC236}">
                <a16:creationId xmlns:a16="http://schemas.microsoft.com/office/drawing/2014/main" id="{17C862C3-6260-D5FE-0D5C-C110A9C53C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24" y="670137"/>
            <a:ext cx="10011237" cy="613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332942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AB5AFF-0DC4-DE90-00A4-45767268B7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126FC8B-3496-F429-10B7-44500D51EC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2173574" cy="929390"/>
          </a:xfrm>
        </p:spPr>
        <p:txBody>
          <a:bodyPr/>
          <a:lstStyle/>
          <a:p>
            <a:r>
              <a:rPr lang="en-US" altLang="ja-JP" dirty="0"/>
              <a:t>L4</a:t>
            </a:r>
            <a:r>
              <a:rPr kumimoji="1" lang="en-US" altLang="ja-JP" dirty="0"/>
              <a:t>:</a:t>
            </a:r>
            <a:r>
              <a:rPr lang="ja-JP" altLang="en-US" dirty="0"/>
              <a:t>プロ</a:t>
            </a:r>
            <a:endParaRPr kumimoji="1" lang="ja-JP" altLang="en-US" dirty="0"/>
          </a:p>
        </p:txBody>
      </p:sp>
      <p:pic>
        <p:nvPicPr>
          <p:cNvPr id="4" name="図 3" descr="グラフィカル ユーザー インターフェイス, テキスト, アプリケーション, メール&#10;&#10;AI 生成コンテンツは誤りを含む可能性があります。">
            <a:extLst>
              <a:ext uri="{FF2B5EF4-FFF2-40B4-BE49-F238E27FC236}">
                <a16:creationId xmlns:a16="http://schemas.microsoft.com/office/drawing/2014/main" id="{6465352C-C4CF-1DEA-6813-B8143D3E59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3320" y="-1"/>
            <a:ext cx="10348680" cy="6614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333606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1C6EC5-3A93-E823-474A-C24B6B1F2E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BC09525-147B-184D-27F3-16896AD7F5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2173574" cy="929390"/>
          </a:xfrm>
        </p:spPr>
        <p:txBody>
          <a:bodyPr/>
          <a:lstStyle/>
          <a:p>
            <a:r>
              <a:rPr lang="en-US" altLang="ja-JP" dirty="0"/>
              <a:t>L4</a:t>
            </a:r>
            <a:r>
              <a:rPr kumimoji="1" lang="en-US" altLang="ja-JP" dirty="0"/>
              <a:t>:</a:t>
            </a:r>
            <a:r>
              <a:rPr lang="ja-JP" altLang="en-US" dirty="0"/>
              <a:t>プロ</a:t>
            </a:r>
            <a:endParaRPr kumimoji="1" lang="ja-JP" altLang="en-US" dirty="0"/>
          </a:p>
        </p:txBody>
      </p:sp>
      <p:pic>
        <p:nvPicPr>
          <p:cNvPr id="4" name="図 3" descr="グラフィカル ユーザー インターフェイス, テキスト, アプリケーション, メール&#10;&#10;AI 生成コンテンツは誤りを含む可能性があります。">
            <a:extLst>
              <a:ext uri="{FF2B5EF4-FFF2-40B4-BE49-F238E27FC236}">
                <a16:creationId xmlns:a16="http://schemas.microsoft.com/office/drawing/2014/main" id="{7A781902-8B29-7266-A436-CA4CA049C2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075" y="656824"/>
            <a:ext cx="11390332" cy="6039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596634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A72E5D-76F5-F3AC-BD59-00F8A5500A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D22DCD-A1F1-53DC-3D71-3A8D1DDFAB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2173574" cy="929390"/>
          </a:xfrm>
        </p:spPr>
        <p:txBody>
          <a:bodyPr/>
          <a:lstStyle/>
          <a:p>
            <a:r>
              <a:rPr lang="en-US" altLang="ja-JP" dirty="0"/>
              <a:t>L4</a:t>
            </a:r>
            <a:r>
              <a:rPr kumimoji="1" lang="en-US" altLang="ja-JP" dirty="0"/>
              <a:t>:</a:t>
            </a:r>
            <a:r>
              <a:rPr lang="ja-JP" altLang="en-US" dirty="0"/>
              <a:t>プロ</a:t>
            </a:r>
            <a:endParaRPr kumimoji="1" lang="ja-JP" altLang="en-US" dirty="0"/>
          </a:p>
        </p:txBody>
      </p:sp>
      <p:pic>
        <p:nvPicPr>
          <p:cNvPr id="4" name="図 3" descr="グラフィカル ユーザー インターフェイス, テキスト, アプリケーション, メール&#10;&#10;AI 生成コンテンツは誤りを含む可能性があります。">
            <a:extLst>
              <a:ext uri="{FF2B5EF4-FFF2-40B4-BE49-F238E27FC236}">
                <a16:creationId xmlns:a16="http://schemas.microsoft.com/office/drawing/2014/main" id="{08E2E513-DB05-C1C7-EC14-4F7E8FF0A9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124" y="708517"/>
            <a:ext cx="11527204" cy="5771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2757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2DA999-EC06-1F57-5ADC-E125252B58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5B37C56-7D94-4732-0C7F-B68954A18A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2173574" cy="929390"/>
          </a:xfrm>
        </p:spPr>
        <p:txBody>
          <a:bodyPr/>
          <a:lstStyle/>
          <a:p>
            <a:r>
              <a:rPr lang="en-US" altLang="ja-JP" dirty="0"/>
              <a:t>L4</a:t>
            </a:r>
            <a:r>
              <a:rPr kumimoji="1" lang="en-US" altLang="ja-JP" dirty="0"/>
              <a:t>:</a:t>
            </a:r>
            <a:r>
              <a:rPr lang="ja-JP" altLang="en-US" dirty="0"/>
              <a:t>プロ</a:t>
            </a:r>
            <a:endParaRPr kumimoji="1" lang="ja-JP" altLang="en-US" dirty="0"/>
          </a:p>
        </p:txBody>
      </p:sp>
      <p:pic>
        <p:nvPicPr>
          <p:cNvPr id="4" name="図 3" descr="グラフィカル ユーザー インターフェイス, テキスト, アプリケーション, メール&#10;&#10;AI 生成コンテンツは誤りを含む可能性があります。">
            <a:extLst>
              <a:ext uri="{FF2B5EF4-FFF2-40B4-BE49-F238E27FC236}">
                <a16:creationId xmlns:a16="http://schemas.microsoft.com/office/drawing/2014/main" id="{2AC82D9C-F678-F1F1-C612-59502D6930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201" y="742985"/>
            <a:ext cx="10189717" cy="6055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915789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2EBDB0-897D-16BC-C3AB-B69A1C4683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DD92E2C-E0B0-AABC-0B20-782DEBA352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2173574" cy="929390"/>
          </a:xfrm>
        </p:spPr>
        <p:txBody>
          <a:bodyPr/>
          <a:lstStyle/>
          <a:p>
            <a:r>
              <a:rPr lang="en-US" altLang="ja-JP" dirty="0"/>
              <a:t>L4</a:t>
            </a:r>
            <a:r>
              <a:rPr kumimoji="1" lang="en-US" altLang="ja-JP" dirty="0"/>
              <a:t>:</a:t>
            </a:r>
            <a:r>
              <a:rPr lang="ja-JP" altLang="en-US" dirty="0"/>
              <a:t>プロ</a:t>
            </a:r>
            <a:endParaRPr kumimoji="1" lang="ja-JP" altLang="en-US" dirty="0"/>
          </a:p>
        </p:txBody>
      </p:sp>
      <p:pic>
        <p:nvPicPr>
          <p:cNvPr id="5" name="図 4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5B9054E7-7CE2-449D-B593-4C65DB0F42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713" y="1152751"/>
            <a:ext cx="11834573" cy="4165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652892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3D5FE5-DB1E-B90C-ABC0-EF78224B89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F529375-E41F-F2DE-2C6C-CEDBD320F3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2173574" cy="929390"/>
          </a:xfrm>
        </p:spPr>
        <p:txBody>
          <a:bodyPr/>
          <a:lstStyle/>
          <a:p>
            <a:r>
              <a:rPr lang="en-US" altLang="ja-JP" dirty="0"/>
              <a:t>L5</a:t>
            </a:r>
            <a:r>
              <a:rPr kumimoji="1" lang="en-US" altLang="ja-JP" dirty="0"/>
              <a:t>:</a:t>
            </a:r>
            <a:r>
              <a:rPr lang="ja-JP" altLang="en-US" dirty="0"/>
              <a:t>神</a:t>
            </a:r>
            <a:endParaRPr kumimoji="1" lang="ja-JP" altLang="en-US" dirty="0"/>
          </a:p>
        </p:txBody>
      </p:sp>
      <p:pic>
        <p:nvPicPr>
          <p:cNvPr id="4" name="図 3" descr="グラフィカル ユーザー インターフェイス, 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3729BB3B-01AD-D76C-E230-7E6D53BC0B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085" y="1229193"/>
            <a:ext cx="11793830" cy="3942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644321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66FEC9-35F8-06BB-6A34-0EB588943E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9387FA-06E5-D9A1-068F-78D03399F6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2173574" cy="929390"/>
          </a:xfrm>
        </p:spPr>
        <p:txBody>
          <a:bodyPr/>
          <a:lstStyle/>
          <a:p>
            <a:r>
              <a:rPr lang="en-US" altLang="ja-JP" dirty="0"/>
              <a:t>L5</a:t>
            </a:r>
            <a:r>
              <a:rPr kumimoji="1" lang="en-US" altLang="ja-JP" dirty="0"/>
              <a:t>:</a:t>
            </a:r>
            <a:r>
              <a:rPr lang="ja-JP" altLang="en-US" dirty="0"/>
              <a:t>神</a:t>
            </a:r>
            <a:endParaRPr kumimoji="1" lang="ja-JP" altLang="en-US" dirty="0"/>
          </a:p>
        </p:txBody>
      </p:sp>
      <p:pic>
        <p:nvPicPr>
          <p:cNvPr id="4" name="図 3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3368A2D8-64A9-7FB0-E7EC-C6FDD4DB45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105" y="1364291"/>
            <a:ext cx="11825566" cy="3087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555405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72B960-F6A8-C11E-FA14-00A5194CFE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7F3DADD-8C63-181A-E743-B6EEB07E63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2173574" cy="929390"/>
          </a:xfrm>
        </p:spPr>
        <p:txBody>
          <a:bodyPr/>
          <a:lstStyle/>
          <a:p>
            <a:r>
              <a:rPr lang="en-US" altLang="ja-JP" dirty="0"/>
              <a:t>L5</a:t>
            </a:r>
            <a:r>
              <a:rPr kumimoji="1" lang="en-US" altLang="ja-JP" dirty="0"/>
              <a:t>:</a:t>
            </a:r>
            <a:r>
              <a:rPr lang="ja-JP" altLang="en-US" dirty="0"/>
              <a:t>神</a:t>
            </a:r>
            <a:endParaRPr kumimoji="1" lang="ja-JP" altLang="en-US" dirty="0"/>
          </a:p>
        </p:txBody>
      </p:sp>
      <p:pic>
        <p:nvPicPr>
          <p:cNvPr id="4" name="図 3" descr="グラフィカル ユーザー インターフェイス, アプリケーション&#10;&#10;AI 生成コンテンツは誤りを含む可能性があります。">
            <a:extLst>
              <a:ext uri="{FF2B5EF4-FFF2-40B4-BE49-F238E27FC236}">
                <a16:creationId xmlns:a16="http://schemas.microsoft.com/office/drawing/2014/main" id="{0061948B-926F-CAA1-EB25-DBAC6E69AC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76045"/>
            <a:ext cx="11707318" cy="6010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690220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526258-88B9-D39C-2B03-AB0DE9BCE5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77CD76B-ABFA-E17E-315C-F570B0B698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2173574" cy="929390"/>
          </a:xfrm>
        </p:spPr>
        <p:txBody>
          <a:bodyPr/>
          <a:lstStyle/>
          <a:p>
            <a:r>
              <a:rPr lang="en-US" altLang="ja-JP" dirty="0"/>
              <a:t>L5</a:t>
            </a:r>
            <a:r>
              <a:rPr kumimoji="1" lang="en-US" altLang="ja-JP" dirty="0"/>
              <a:t>:</a:t>
            </a:r>
            <a:r>
              <a:rPr lang="ja-JP" altLang="en-US" dirty="0"/>
              <a:t>神</a:t>
            </a:r>
            <a:endParaRPr kumimoji="1" lang="ja-JP" altLang="en-US" dirty="0"/>
          </a:p>
        </p:txBody>
      </p:sp>
      <p:pic>
        <p:nvPicPr>
          <p:cNvPr id="4" name="図 3" descr="グラフィカル ユーザー インターフェイス, テキスト, アプリケーション, メール&#10;&#10;AI 生成コンテンツは誤りを含む可能性があります。">
            <a:extLst>
              <a:ext uri="{FF2B5EF4-FFF2-40B4-BE49-F238E27FC236}">
                <a16:creationId xmlns:a16="http://schemas.microsoft.com/office/drawing/2014/main" id="{4CA36EFF-F58D-DB5E-3904-A9C71729DD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816" y="711596"/>
            <a:ext cx="11301650" cy="4823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547120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C3727D-6293-F56B-B45D-D1E942D80A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1798AE4-0B30-1A4A-19F6-21D569DC96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2173574" cy="929390"/>
          </a:xfrm>
        </p:spPr>
        <p:txBody>
          <a:bodyPr/>
          <a:lstStyle/>
          <a:p>
            <a:r>
              <a:rPr lang="en-US" altLang="ja-JP" dirty="0"/>
              <a:t>L5</a:t>
            </a:r>
            <a:r>
              <a:rPr kumimoji="1" lang="en-US" altLang="ja-JP" dirty="0"/>
              <a:t>:</a:t>
            </a:r>
            <a:r>
              <a:rPr lang="ja-JP" altLang="en-US" dirty="0"/>
              <a:t>神</a:t>
            </a:r>
            <a:endParaRPr kumimoji="1" lang="ja-JP" altLang="en-US" dirty="0"/>
          </a:p>
        </p:txBody>
      </p:sp>
      <p:pic>
        <p:nvPicPr>
          <p:cNvPr id="4" name="図 3" descr="グラフィカル ユーザー インターフェイス, テキスト, アプリケーション, メール&#10;&#10;AI 生成コンテンツは誤りを含む可能性があります。">
            <a:extLst>
              <a:ext uri="{FF2B5EF4-FFF2-40B4-BE49-F238E27FC236}">
                <a16:creationId xmlns:a16="http://schemas.microsoft.com/office/drawing/2014/main" id="{34C4BBD8-A2C1-0A55-FABF-78E640BE8E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6152" y="0"/>
            <a:ext cx="9916391" cy="6851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27551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CB1B0D-1767-C10F-F02E-4A78CE7A1F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83AD5C0-9045-2BBD-674B-0174BB1998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2173574" cy="929390"/>
          </a:xfrm>
        </p:spPr>
        <p:txBody>
          <a:bodyPr/>
          <a:lstStyle/>
          <a:p>
            <a:r>
              <a:rPr lang="en-US" altLang="ja-JP" dirty="0"/>
              <a:t>L5</a:t>
            </a:r>
            <a:r>
              <a:rPr kumimoji="1" lang="en-US" altLang="ja-JP" dirty="0"/>
              <a:t>:</a:t>
            </a:r>
            <a:r>
              <a:rPr lang="ja-JP" altLang="en-US" dirty="0"/>
              <a:t>神</a:t>
            </a:r>
            <a:endParaRPr kumimoji="1" lang="ja-JP" altLang="en-US" dirty="0"/>
          </a:p>
        </p:txBody>
      </p:sp>
      <p:pic>
        <p:nvPicPr>
          <p:cNvPr id="4" name="図 3" descr="テキスト, アプリケーション&#10;&#10;AI 生成コンテンツは誤りを含む可能性があります。">
            <a:extLst>
              <a:ext uri="{FF2B5EF4-FFF2-40B4-BE49-F238E27FC236}">
                <a16:creationId xmlns:a16="http://schemas.microsoft.com/office/drawing/2014/main" id="{4F497CDA-DCC5-DAD0-4CEA-A428FFEBC9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881" y="929390"/>
            <a:ext cx="11722309" cy="5057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580289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6F851C-CBD6-796D-AE3D-D58B9233A9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3B07E15-BDE7-95EA-D7F0-387EC8F9B4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2173574" cy="929390"/>
          </a:xfrm>
        </p:spPr>
        <p:txBody>
          <a:bodyPr/>
          <a:lstStyle/>
          <a:p>
            <a:r>
              <a:rPr lang="en-US" altLang="ja-JP" dirty="0"/>
              <a:t>L5</a:t>
            </a:r>
            <a:r>
              <a:rPr kumimoji="1" lang="en-US" altLang="ja-JP" dirty="0"/>
              <a:t>:</a:t>
            </a:r>
            <a:r>
              <a:rPr lang="ja-JP" altLang="en-US" dirty="0"/>
              <a:t>神</a:t>
            </a:r>
            <a:endParaRPr kumimoji="1" lang="ja-JP" altLang="en-US" dirty="0"/>
          </a:p>
        </p:txBody>
      </p:sp>
      <p:pic>
        <p:nvPicPr>
          <p:cNvPr id="4" name="図 3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679E0A42-6B9D-5F31-C5BD-8B0A398CC3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607" y="1243393"/>
            <a:ext cx="11958785" cy="4183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7472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B0DA5D-714A-0FCC-BEF2-1B547FC948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73EB4C3-ECF1-5970-E4E6-F7EC7FFAA0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2173574" cy="929390"/>
          </a:xfrm>
        </p:spPr>
        <p:txBody>
          <a:bodyPr/>
          <a:lstStyle/>
          <a:p>
            <a:r>
              <a:rPr lang="en-US" altLang="ja-JP" dirty="0"/>
              <a:t>L5</a:t>
            </a:r>
            <a:r>
              <a:rPr kumimoji="1" lang="en-US" altLang="ja-JP" dirty="0"/>
              <a:t>:</a:t>
            </a:r>
            <a:r>
              <a:rPr lang="ja-JP" altLang="en-US" dirty="0"/>
              <a:t>神</a:t>
            </a:r>
            <a:endParaRPr kumimoji="1" lang="ja-JP" altLang="en-US" dirty="0"/>
          </a:p>
        </p:txBody>
      </p:sp>
      <p:pic>
        <p:nvPicPr>
          <p:cNvPr id="4" name="図 3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B1EDC194-BA56-B89B-374C-9700ABF7A3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072" y="732058"/>
            <a:ext cx="10349003" cy="5889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1853559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B773A3-58CE-07A7-407B-5420381FD2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3580C42-1724-93FC-8B16-D1BC210D4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2173574" cy="929390"/>
          </a:xfrm>
        </p:spPr>
        <p:txBody>
          <a:bodyPr/>
          <a:lstStyle/>
          <a:p>
            <a:r>
              <a:rPr lang="en-US" altLang="ja-JP" dirty="0"/>
              <a:t>L5</a:t>
            </a:r>
            <a:r>
              <a:rPr kumimoji="1" lang="en-US" altLang="ja-JP" dirty="0"/>
              <a:t>:</a:t>
            </a:r>
            <a:r>
              <a:rPr lang="ja-JP" altLang="en-US" dirty="0"/>
              <a:t>神</a:t>
            </a:r>
            <a:endParaRPr kumimoji="1" lang="ja-JP" altLang="en-US" dirty="0"/>
          </a:p>
        </p:txBody>
      </p:sp>
      <p:pic>
        <p:nvPicPr>
          <p:cNvPr id="4" name="図 3" descr="グラフィカル ユーザー インターフェイス, テキスト, アプリケーション, メール&#10;&#10;AI 生成コンテンツは誤りを含む可能性があります。">
            <a:extLst>
              <a:ext uri="{FF2B5EF4-FFF2-40B4-BE49-F238E27FC236}">
                <a16:creationId xmlns:a16="http://schemas.microsoft.com/office/drawing/2014/main" id="{1AF87FE1-E978-0B28-1B0B-7D8EB235BC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07228"/>
            <a:ext cx="11992131" cy="5216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7014304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D3C225-BDC8-A5DC-02D9-2EFD261DCF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9F3B1A4-C59C-F145-B80F-55C1094083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2173574" cy="929390"/>
          </a:xfrm>
        </p:spPr>
        <p:txBody>
          <a:bodyPr/>
          <a:lstStyle/>
          <a:p>
            <a:r>
              <a:rPr lang="en-US" altLang="ja-JP" dirty="0"/>
              <a:t>L5</a:t>
            </a:r>
            <a:r>
              <a:rPr kumimoji="1" lang="en-US" altLang="ja-JP" dirty="0"/>
              <a:t>:</a:t>
            </a:r>
            <a:r>
              <a:rPr lang="ja-JP" altLang="en-US" dirty="0"/>
              <a:t>神</a:t>
            </a:r>
            <a:endParaRPr kumimoji="1" lang="ja-JP" altLang="en-US" dirty="0"/>
          </a:p>
        </p:txBody>
      </p:sp>
      <p:pic>
        <p:nvPicPr>
          <p:cNvPr id="4" name="図 3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267BFFDE-0189-CC60-6F7D-F8482AFA7E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055" y="786130"/>
            <a:ext cx="11572175" cy="5630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42650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2AB613-0609-505E-6878-6B76BC8A13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7758803-AB46-D586-8981-813A0CD178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2173574" cy="929390"/>
          </a:xfrm>
        </p:spPr>
        <p:txBody>
          <a:bodyPr/>
          <a:lstStyle/>
          <a:p>
            <a:r>
              <a:rPr lang="en-US" altLang="ja-JP" dirty="0"/>
              <a:t>L5</a:t>
            </a:r>
            <a:r>
              <a:rPr kumimoji="1" lang="en-US" altLang="ja-JP" dirty="0"/>
              <a:t>:</a:t>
            </a:r>
            <a:r>
              <a:rPr lang="ja-JP" altLang="en-US" dirty="0"/>
              <a:t>神</a:t>
            </a:r>
            <a:endParaRPr kumimoji="1" lang="ja-JP" altLang="en-US" dirty="0"/>
          </a:p>
        </p:txBody>
      </p:sp>
      <p:pic>
        <p:nvPicPr>
          <p:cNvPr id="4" name="図 3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10D258C2-57BD-125A-FF11-DCB81C2242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268" y="680923"/>
            <a:ext cx="10681591" cy="6105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2577373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35A1B3-5FD5-85BE-5037-896F4BD132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DBA2C6A-5749-2972-8FDF-1C07986379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2173574" cy="929390"/>
          </a:xfrm>
        </p:spPr>
        <p:txBody>
          <a:bodyPr/>
          <a:lstStyle/>
          <a:p>
            <a:r>
              <a:rPr lang="en-US" altLang="ja-JP" dirty="0"/>
              <a:t>L5</a:t>
            </a:r>
            <a:r>
              <a:rPr kumimoji="1" lang="en-US" altLang="ja-JP" dirty="0"/>
              <a:t>:</a:t>
            </a:r>
            <a:r>
              <a:rPr lang="ja-JP" altLang="en-US" dirty="0"/>
              <a:t>神</a:t>
            </a:r>
            <a:endParaRPr kumimoji="1" lang="ja-JP" altLang="en-US" dirty="0"/>
          </a:p>
        </p:txBody>
      </p:sp>
      <p:pic>
        <p:nvPicPr>
          <p:cNvPr id="4" name="図 3" descr="グラフィカル ユーザー インターフェイス, テキスト, アプリケーション, メール&#10;&#10;AI 生成コンテンツは誤りを含む可能性があります。">
            <a:extLst>
              <a:ext uri="{FF2B5EF4-FFF2-40B4-BE49-F238E27FC236}">
                <a16:creationId xmlns:a16="http://schemas.microsoft.com/office/drawing/2014/main" id="{4349D9B9-455E-F5D8-55F4-FC7F595968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000" y="748591"/>
            <a:ext cx="9751498" cy="6000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1544909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4A2193-E9DD-4556-56C1-E349CF778F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9448948-AAAE-750B-2EA1-8F2257C5BC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2173574" cy="929390"/>
          </a:xfrm>
        </p:spPr>
        <p:txBody>
          <a:bodyPr/>
          <a:lstStyle/>
          <a:p>
            <a:r>
              <a:rPr lang="en-US" altLang="ja-JP" dirty="0"/>
              <a:t>L5</a:t>
            </a:r>
            <a:r>
              <a:rPr kumimoji="1" lang="en-US" altLang="ja-JP" dirty="0"/>
              <a:t>:</a:t>
            </a:r>
            <a:r>
              <a:rPr lang="ja-JP" altLang="en-US" dirty="0"/>
              <a:t>神</a:t>
            </a:r>
            <a:endParaRPr kumimoji="1" lang="ja-JP" altLang="en-US" dirty="0"/>
          </a:p>
        </p:txBody>
      </p:sp>
      <p:pic>
        <p:nvPicPr>
          <p:cNvPr id="4" name="図 3" descr="グラフィカル ユーザー インターフェイス, テキスト, アプリケーション&#10;&#10;AI 生成コンテンツは誤りを含む可能性があります。">
            <a:extLst>
              <a:ext uri="{FF2B5EF4-FFF2-40B4-BE49-F238E27FC236}">
                <a16:creationId xmlns:a16="http://schemas.microsoft.com/office/drawing/2014/main" id="{016FBC01-628E-DFA9-5417-440A42DDFF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873" y="929390"/>
            <a:ext cx="10928857" cy="5789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6258295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A838F2-7F89-9B82-80A0-DAC005BE72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846FD10-D433-A7D0-2FBF-DA5609CB7B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2173574" cy="929390"/>
          </a:xfrm>
        </p:spPr>
        <p:txBody>
          <a:bodyPr/>
          <a:lstStyle/>
          <a:p>
            <a:r>
              <a:rPr lang="en-US" altLang="ja-JP" dirty="0"/>
              <a:t>L5</a:t>
            </a:r>
            <a:r>
              <a:rPr kumimoji="1" lang="en-US" altLang="ja-JP" dirty="0"/>
              <a:t>:</a:t>
            </a:r>
            <a:r>
              <a:rPr lang="ja-JP" altLang="en-US" dirty="0"/>
              <a:t>神</a:t>
            </a:r>
            <a:endParaRPr kumimoji="1" lang="ja-JP" altLang="en-US" dirty="0"/>
          </a:p>
        </p:txBody>
      </p:sp>
      <p:pic>
        <p:nvPicPr>
          <p:cNvPr id="4" name="図 3" descr="テーブル&#10;&#10;AI 生成コンテンツは誤りを含む可能性があります。">
            <a:extLst>
              <a:ext uri="{FF2B5EF4-FFF2-40B4-BE49-F238E27FC236}">
                <a16:creationId xmlns:a16="http://schemas.microsoft.com/office/drawing/2014/main" id="{2C23A5A9-FF01-7699-1A30-11D02A75AB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233" y="929390"/>
            <a:ext cx="11006469" cy="5555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6720888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4F9706-F5B4-76AF-59CC-15A3358D95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A69E5BA-0C70-261F-4C3B-C4862898A9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2173574" cy="929390"/>
          </a:xfrm>
        </p:spPr>
        <p:txBody>
          <a:bodyPr/>
          <a:lstStyle/>
          <a:p>
            <a:r>
              <a:rPr lang="en-US" altLang="ja-JP" dirty="0"/>
              <a:t>L5</a:t>
            </a:r>
            <a:r>
              <a:rPr kumimoji="1" lang="en-US" altLang="ja-JP" dirty="0"/>
              <a:t>:</a:t>
            </a:r>
            <a:r>
              <a:rPr lang="ja-JP" altLang="en-US" dirty="0"/>
              <a:t>神</a:t>
            </a:r>
            <a:endParaRPr kumimoji="1" lang="ja-JP" altLang="en-US" dirty="0"/>
          </a:p>
        </p:txBody>
      </p:sp>
      <p:pic>
        <p:nvPicPr>
          <p:cNvPr id="4" name="図 3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04AF39EE-A808-BD1D-A0F1-1C9100D923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872" y="1169233"/>
            <a:ext cx="11533370" cy="4002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6322133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EA2DA2-9241-ABE0-DCFF-58D3E56255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3C6FC1E-673C-9412-FF52-13C3E4E12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2173574" cy="929390"/>
          </a:xfrm>
        </p:spPr>
        <p:txBody>
          <a:bodyPr/>
          <a:lstStyle/>
          <a:p>
            <a:r>
              <a:rPr lang="en-US" altLang="ja-JP" dirty="0"/>
              <a:t>L5</a:t>
            </a:r>
            <a:r>
              <a:rPr kumimoji="1" lang="en-US" altLang="ja-JP" dirty="0"/>
              <a:t>:</a:t>
            </a:r>
            <a:r>
              <a:rPr lang="ja-JP" altLang="en-US" dirty="0"/>
              <a:t>神</a:t>
            </a:r>
            <a:endParaRPr kumimoji="1" lang="ja-JP" altLang="en-US" dirty="0"/>
          </a:p>
        </p:txBody>
      </p:sp>
      <p:pic>
        <p:nvPicPr>
          <p:cNvPr id="4" name="図 3" descr="グラフィカル ユーザー インターフェイス, テキスト, アプリケーション, メール&#10;&#10;AI 生成コンテンツは誤りを含む可能性があります。">
            <a:extLst>
              <a:ext uri="{FF2B5EF4-FFF2-40B4-BE49-F238E27FC236}">
                <a16:creationId xmlns:a16="http://schemas.microsoft.com/office/drawing/2014/main" id="{11AA5EF7-D9EF-5423-5E5A-9D1724168B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855" y="651225"/>
            <a:ext cx="9517820" cy="6045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7335264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E8FFE1-D323-88A6-F100-FD4D5AE665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1DE1C5D-B160-1CE3-DEB7-6FAFEE91A7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2173574" cy="929390"/>
          </a:xfrm>
        </p:spPr>
        <p:txBody>
          <a:bodyPr/>
          <a:lstStyle/>
          <a:p>
            <a:r>
              <a:rPr lang="en-US" altLang="ja-JP" dirty="0"/>
              <a:t>L5</a:t>
            </a:r>
            <a:r>
              <a:rPr kumimoji="1" lang="en-US" altLang="ja-JP" dirty="0"/>
              <a:t>:</a:t>
            </a:r>
            <a:r>
              <a:rPr lang="ja-JP" altLang="en-US" dirty="0"/>
              <a:t>神</a:t>
            </a:r>
            <a:endParaRPr kumimoji="1" lang="ja-JP" altLang="en-US" dirty="0"/>
          </a:p>
        </p:txBody>
      </p:sp>
      <p:pic>
        <p:nvPicPr>
          <p:cNvPr id="4" name="図 3" descr="グラフィカル ユーザー インターフェイス, テキスト, アプリケーション, メール&#10;&#10;AI 生成コンテンツは誤りを含む可能性があります。">
            <a:extLst>
              <a:ext uri="{FF2B5EF4-FFF2-40B4-BE49-F238E27FC236}">
                <a16:creationId xmlns:a16="http://schemas.microsoft.com/office/drawing/2014/main" id="{D464E5B1-F202-2179-9935-76937DD146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804064"/>
            <a:ext cx="11287593" cy="5950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5151526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731E19-EA73-ED03-4C4E-3AB638E0C8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0C4540-5DC2-18E9-E47D-BACFF14214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2173574" cy="929390"/>
          </a:xfrm>
        </p:spPr>
        <p:txBody>
          <a:bodyPr/>
          <a:lstStyle/>
          <a:p>
            <a:r>
              <a:rPr lang="en-US" altLang="ja-JP" dirty="0"/>
              <a:t>L5</a:t>
            </a:r>
            <a:r>
              <a:rPr kumimoji="1" lang="en-US" altLang="ja-JP" dirty="0"/>
              <a:t>:</a:t>
            </a:r>
            <a:r>
              <a:rPr lang="ja-JP" altLang="en-US" dirty="0"/>
              <a:t>神</a:t>
            </a:r>
            <a:endParaRPr kumimoji="1" lang="ja-JP" altLang="en-US" dirty="0"/>
          </a:p>
        </p:txBody>
      </p:sp>
      <p:pic>
        <p:nvPicPr>
          <p:cNvPr id="4" name="図 3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649FFDD8-12EE-9173-7F06-8019A5A978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65" y="732192"/>
            <a:ext cx="11855586" cy="5437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52536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2cfb7a15-f56a-40aa-8ad8-24d527a84bd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1F1826688B18A7418BDC17859CAB5354" ma:contentTypeVersion="11" ma:contentTypeDescription="新しいドキュメントを作成します。" ma:contentTypeScope="" ma:versionID="0c2a77ada78f58c503e12ce4747d3e8e">
  <xsd:schema xmlns:xsd="http://www.w3.org/2001/XMLSchema" xmlns:xs="http://www.w3.org/2001/XMLSchema" xmlns:p="http://schemas.microsoft.com/office/2006/metadata/properties" xmlns:ns3="2cfb7a15-f56a-40aa-8ad8-24d527a84bd5" targetNamespace="http://schemas.microsoft.com/office/2006/metadata/properties" ma:root="true" ma:fieldsID="c5aabfcb94530bfd173719fe144e37bb" ns3:_="">
    <xsd:import namespace="2cfb7a15-f56a-40aa-8ad8-24d527a84bd5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_activity" minOccurs="0"/>
                <xsd:element ref="ns3:MediaServiceBillingMetadata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cfb7a15-f56a-40aa-8ad8-24d527a84bd5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  <xsd:element name="MediaServiceBillingMetadata" ma:index="13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SystemTags" ma:index="1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1B6E9EA-F3A5-48CE-86A1-A9EE982A7AFF}">
  <ds:schemaRefs>
    <ds:schemaRef ds:uri="http://schemas.microsoft.com/office/infopath/2007/PartnerControls"/>
    <ds:schemaRef ds:uri="http://schemas.microsoft.com/office/2006/documentManagement/types"/>
    <ds:schemaRef ds:uri="http://schemas.microsoft.com/office/2006/metadata/properties"/>
    <ds:schemaRef ds:uri="http://schemas.openxmlformats.org/package/2006/metadata/core-properties"/>
    <ds:schemaRef ds:uri="http://purl.org/dc/dcmitype/"/>
    <ds:schemaRef ds:uri="http://purl.org/dc/terms/"/>
    <ds:schemaRef ds:uri="http://purl.org/dc/elements/1.1/"/>
    <ds:schemaRef ds:uri="2cfb7a15-f56a-40aa-8ad8-24d527a84bd5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7408FF0B-F6B3-4DBD-A703-89754371B49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cfb7a15-f56a-40aa-8ad8-24d527a84bd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64F1859-366A-4FCF-9D84-AC095B4B254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1102</TotalTime>
  <Words>262</Words>
  <Application>Microsoft Office PowerPoint</Application>
  <PresentationFormat>ワイド画面</PresentationFormat>
  <Paragraphs>75</Paragraphs>
  <Slides>75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75</vt:i4>
      </vt:variant>
    </vt:vector>
  </HeadingPairs>
  <TitlesOfParts>
    <vt:vector size="79" baseType="lpstr">
      <vt:lpstr>游ゴシック</vt:lpstr>
      <vt:lpstr>游ゴシック Light</vt:lpstr>
      <vt:lpstr>Arial</vt:lpstr>
      <vt:lpstr>Office テーマ</vt:lpstr>
      <vt:lpstr>NumPy概念理解</vt:lpstr>
      <vt:lpstr>L1:脱Python</vt:lpstr>
      <vt:lpstr>L1:脱Python</vt:lpstr>
      <vt:lpstr>L1:脱Python</vt:lpstr>
      <vt:lpstr>L1:脱Python</vt:lpstr>
      <vt:lpstr>L1:脱Python</vt:lpstr>
      <vt:lpstr>L1:脱Python</vt:lpstr>
      <vt:lpstr>L1:脱Python</vt:lpstr>
      <vt:lpstr>L1:脱Python</vt:lpstr>
      <vt:lpstr>L1:脱Python</vt:lpstr>
      <vt:lpstr>L2:データ抽出</vt:lpstr>
      <vt:lpstr>L2:データ抽出</vt:lpstr>
      <vt:lpstr>L2:データ抽出</vt:lpstr>
      <vt:lpstr>L2:データ抽出</vt:lpstr>
      <vt:lpstr>L2:データ抽出</vt:lpstr>
      <vt:lpstr>L2:データ抽出</vt:lpstr>
      <vt:lpstr>L2:データ抽出</vt:lpstr>
      <vt:lpstr>L2:データ抽出</vt:lpstr>
      <vt:lpstr>L2:データ抽出</vt:lpstr>
      <vt:lpstr>L2:データ抽出</vt:lpstr>
      <vt:lpstr>L2:データ抽出</vt:lpstr>
      <vt:lpstr>L2:データ抽出</vt:lpstr>
      <vt:lpstr>L2:データ抽出</vt:lpstr>
      <vt:lpstr>L3:ブロードキャストとAxis</vt:lpstr>
      <vt:lpstr>L3:ブロードキャストとAxis</vt:lpstr>
      <vt:lpstr>L3:ブロードキャストとAxis</vt:lpstr>
      <vt:lpstr>L3:ブロードキャストとAxis</vt:lpstr>
      <vt:lpstr>L3:ブロードキャストとAxis</vt:lpstr>
      <vt:lpstr>L3:ブロードキャストとAxis</vt:lpstr>
      <vt:lpstr>L3:ブロードキャストとAxis</vt:lpstr>
      <vt:lpstr>L3:ブロードキャストとAxis</vt:lpstr>
      <vt:lpstr>L3:ブロードキャストとAxis</vt:lpstr>
      <vt:lpstr>L3:ブロードキャストとAxis</vt:lpstr>
      <vt:lpstr>L3:ブロードキャストとAxis</vt:lpstr>
      <vt:lpstr>L3:ブロードキャストとAxis</vt:lpstr>
      <vt:lpstr>L4:プロ</vt:lpstr>
      <vt:lpstr>L4:プロ</vt:lpstr>
      <vt:lpstr>L4:プロ</vt:lpstr>
      <vt:lpstr>L4:プロ</vt:lpstr>
      <vt:lpstr>L4:プロ</vt:lpstr>
      <vt:lpstr>L4:プロ</vt:lpstr>
      <vt:lpstr>L4:プロ</vt:lpstr>
      <vt:lpstr>L4:プロ</vt:lpstr>
      <vt:lpstr>L4:プロ</vt:lpstr>
      <vt:lpstr>L4:プロ</vt:lpstr>
      <vt:lpstr>L4:プロ</vt:lpstr>
      <vt:lpstr>L4:プロ</vt:lpstr>
      <vt:lpstr>L4:プロ</vt:lpstr>
      <vt:lpstr>L4:プロ</vt:lpstr>
      <vt:lpstr>L4:プロ</vt:lpstr>
      <vt:lpstr>L4:プロ</vt:lpstr>
      <vt:lpstr>L4:プロ</vt:lpstr>
      <vt:lpstr>L4:プロ</vt:lpstr>
      <vt:lpstr>L4:プロ</vt:lpstr>
      <vt:lpstr>L4:プロ</vt:lpstr>
      <vt:lpstr>L4:プロ</vt:lpstr>
      <vt:lpstr>L4:プロ</vt:lpstr>
      <vt:lpstr>L5:神</vt:lpstr>
      <vt:lpstr>L5:神</vt:lpstr>
      <vt:lpstr>L5:神</vt:lpstr>
      <vt:lpstr>L5:神</vt:lpstr>
      <vt:lpstr>L5:神</vt:lpstr>
      <vt:lpstr>L5:神</vt:lpstr>
      <vt:lpstr>L5:神</vt:lpstr>
      <vt:lpstr>L5:神</vt:lpstr>
      <vt:lpstr>L5:神</vt:lpstr>
      <vt:lpstr>L5:神</vt:lpstr>
      <vt:lpstr>L5:神</vt:lpstr>
      <vt:lpstr>L5:神</vt:lpstr>
      <vt:lpstr>L5:神</vt:lpstr>
      <vt:lpstr>L5:神</vt:lpstr>
      <vt:lpstr>L5:神</vt:lpstr>
      <vt:lpstr>L5:神</vt:lpstr>
      <vt:lpstr>L5:神</vt:lpstr>
      <vt:lpstr>L5:神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工内　章広</dc:creator>
  <cp:lastModifiedBy>工内　章広</cp:lastModifiedBy>
  <cp:revision>2</cp:revision>
  <dcterms:created xsi:type="dcterms:W3CDTF">2025-12-13T07:28:07Z</dcterms:created>
  <dcterms:modified xsi:type="dcterms:W3CDTF">2025-12-14T06:28:04Z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0x0101001F1826688B18A7418BDC17859CAB5354</vt:lpwstr>
  </property>
</Properties>
</file>