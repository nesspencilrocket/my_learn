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490" r:id="rId6"/>
    <p:sldId id="491" r:id="rId7"/>
    <p:sldId id="492" r:id="rId8"/>
    <p:sldId id="493" r:id="rId9"/>
    <p:sldId id="494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82" r:id="rId42"/>
    <p:sldId id="265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2" r:id="rId53"/>
    <p:sldId id="303" r:id="rId54"/>
    <p:sldId id="304" r:id="rId55"/>
    <p:sldId id="305" r:id="rId56"/>
    <p:sldId id="306" r:id="rId57"/>
    <p:sldId id="436" r:id="rId58"/>
    <p:sldId id="437" r:id="rId59"/>
    <p:sldId id="438" r:id="rId60"/>
    <p:sldId id="439" r:id="rId61"/>
    <p:sldId id="440" r:id="rId62"/>
    <p:sldId id="441" r:id="rId63"/>
    <p:sldId id="442" r:id="rId64"/>
    <p:sldId id="443" r:id="rId65"/>
    <p:sldId id="444" r:id="rId66"/>
    <p:sldId id="445" r:id="rId67"/>
    <p:sldId id="446" r:id="rId68"/>
    <p:sldId id="447" r:id="rId69"/>
    <p:sldId id="448" r:id="rId70"/>
    <p:sldId id="449" r:id="rId71"/>
    <p:sldId id="450" r:id="rId72"/>
    <p:sldId id="451" r:id="rId73"/>
    <p:sldId id="452" r:id="rId74"/>
    <p:sldId id="453" r:id="rId75"/>
    <p:sldId id="454" r:id="rId76"/>
    <p:sldId id="455" r:id="rId77"/>
    <p:sldId id="456" r:id="rId78"/>
    <p:sldId id="457" r:id="rId79"/>
    <p:sldId id="458" r:id="rId80"/>
    <p:sldId id="459" r:id="rId81"/>
    <p:sldId id="307" r:id="rId82"/>
    <p:sldId id="309" r:id="rId83"/>
    <p:sldId id="310" r:id="rId84"/>
    <p:sldId id="311" r:id="rId85"/>
    <p:sldId id="312" r:id="rId86"/>
    <p:sldId id="313" r:id="rId87"/>
    <p:sldId id="314" r:id="rId88"/>
    <p:sldId id="315" r:id="rId89"/>
    <p:sldId id="316" r:id="rId90"/>
    <p:sldId id="317" r:id="rId91"/>
    <p:sldId id="460" r:id="rId92"/>
    <p:sldId id="461" r:id="rId93"/>
    <p:sldId id="462" r:id="rId94"/>
    <p:sldId id="318" r:id="rId95"/>
    <p:sldId id="463" r:id="rId96"/>
    <p:sldId id="464" r:id="rId97"/>
    <p:sldId id="465" r:id="rId98"/>
    <p:sldId id="466" r:id="rId99"/>
    <p:sldId id="319" r:id="rId100"/>
    <p:sldId id="467" r:id="rId101"/>
    <p:sldId id="468" r:id="rId102"/>
    <p:sldId id="320" r:id="rId103"/>
    <p:sldId id="469" r:id="rId104"/>
    <p:sldId id="470" r:id="rId105"/>
    <p:sldId id="471" r:id="rId106"/>
    <p:sldId id="472" r:id="rId107"/>
    <p:sldId id="473" r:id="rId108"/>
    <p:sldId id="474" r:id="rId109"/>
    <p:sldId id="475" r:id="rId110"/>
    <p:sldId id="321" r:id="rId111"/>
    <p:sldId id="322" r:id="rId112"/>
    <p:sldId id="323" r:id="rId113"/>
    <p:sldId id="324" r:id="rId114"/>
    <p:sldId id="325" r:id="rId115"/>
    <p:sldId id="326" r:id="rId116"/>
    <p:sldId id="327" r:id="rId117"/>
    <p:sldId id="476" r:id="rId118"/>
    <p:sldId id="477" r:id="rId119"/>
    <p:sldId id="478" r:id="rId120"/>
    <p:sldId id="479" r:id="rId121"/>
    <p:sldId id="480" r:id="rId122"/>
    <p:sldId id="308" r:id="rId123"/>
    <p:sldId id="328" r:id="rId124"/>
    <p:sldId id="329" r:id="rId125"/>
    <p:sldId id="330" r:id="rId126"/>
    <p:sldId id="331" r:id="rId127"/>
    <p:sldId id="332" r:id="rId128"/>
    <p:sldId id="333" r:id="rId129"/>
    <p:sldId id="334" r:id="rId130"/>
    <p:sldId id="335" r:id="rId131"/>
    <p:sldId id="336" r:id="rId132"/>
    <p:sldId id="337" r:id="rId133"/>
    <p:sldId id="486" r:id="rId134"/>
    <p:sldId id="481" r:id="rId135"/>
    <p:sldId id="482" r:id="rId136"/>
    <p:sldId id="483" r:id="rId137"/>
    <p:sldId id="484" r:id="rId138"/>
    <p:sldId id="485" r:id="rId139"/>
    <p:sldId id="487" r:id="rId140"/>
    <p:sldId id="488" r:id="rId141"/>
    <p:sldId id="489" r:id="rId142"/>
    <p:sldId id="338" r:id="rId143"/>
    <p:sldId id="339" r:id="rId144"/>
    <p:sldId id="340" r:id="rId145"/>
    <p:sldId id="341" r:id="rId146"/>
    <p:sldId id="342" r:id="rId147"/>
    <p:sldId id="343" r:id="rId148"/>
    <p:sldId id="344" r:id="rId149"/>
    <p:sldId id="345" r:id="rId150"/>
    <p:sldId id="346" r:id="rId151"/>
    <p:sldId id="347" r:id="rId152"/>
    <p:sldId id="348" r:id="rId153"/>
    <p:sldId id="300" r:id="rId154"/>
    <p:sldId id="349" r:id="rId155"/>
    <p:sldId id="350" r:id="rId156"/>
    <p:sldId id="351" r:id="rId157"/>
    <p:sldId id="352" r:id="rId158"/>
    <p:sldId id="353" r:id="rId159"/>
    <p:sldId id="354" r:id="rId160"/>
    <p:sldId id="355" r:id="rId161"/>
    <p:sldId id="365" r:id="rId162"/>
    <p:sldId id="356" r:id="rId163"/>
    <p:sldId id="358" r:id="rId164"/>
    <p:sldId id="359" r:id="rId165"/>
    <p:sldId id="360" r:id="rId166"/>
    <p:sldId id="361" r:id="rId167"/>
    <p:sldId id="362" r:id="rId168"/>
    <p:sldId id="363" r:id="rId169"/>
    <p:sldId id="364" r:id="rId170"/>
    <p:sldId id="357" r:id="rId171"/>
    <p:sldId id="301" r:id="rId172"/>
    <p:sldId id="366" r:id="rId173"/>
    <p:sldId id="367" r:id="rId174"/>
    <p:sldId id="368" r:id="rId175"/>
    <p:sldId id="369" r:id="rId176"/>
    <p:sldId id="370" r:id="rId177"/>
    <p:sldId id="371" r:id="rId178"/>
    <p:sldId id="372" r:id="rId179"/>
    <p:sldId id="373" r:id="rId180"/>
    <p:sldId id="374" r:id="rId181"/>
    <p:sldId id="375" r:id="rId182"/>
    <p:sldId id="380" r:id="rId183"/>
    <p:sldId id="381" r:id="rId184"/>
    <p:sldId id="382" r:id="rId185"/>
    <p:sldId id="383" r:id="rId186"/>
    <p:sldId id="384" r:id="rId187"/>
    <p:sldId id="385" r:id="rId188"/>
    <p:sldId id="386" r:id="rId189"/>
    <p:sldId id="387" r:id="rId190"/>
    <p:sldId id="388" r:id="rId191"/>
    <p:sldId id="389" r:id="rId192"/>
    <p:sldId id="390" r:id="rId193"/>
    <p:sldId id="391" r:id="rId194"/>
    <p:sldId id="392" r:id="rId195"/>
    <p:sldId id="393" r:id="rId196"/>
    <p:sldId id="394" r:id="rId197"/>
    <p:sldId id="395" r:id="rId198"/>
    <p:sldId id="396" r:id="rId199"/>
    <p:sldId id="397" r:id="rId200"/>
    <p:sldId id="398" r:id="rId201"/>
    <p:sldId id="399" r:id="rId202"/>
    <p:sldId id="400" r:id="rId203"/>
    <p:sldId id="401" r:id="rId204"/>
    <p:sldId id="402" r:id="rId205"/>
    <p:sldId id="379" r:id="rId206"/>
    <p:sldId id="404" r:id="rId207"/>
    <p:sldId id="405" r:id="rId208"/>
    <p:sldId id="406" r:id="rId209"/>
    <p:sldId id="407" r:id="rId210"/>
    <p:sldId id="408" r:id="rId211"/>
    <p:sldId id="409" r:id="rId212"/>
    <p:sldId id="410" r:id="rId213"/>
    <p:sldId id="411" r:id="rId214"/>
    <p:sldId id="412" r:id="rId215"/>
    <p:sldId id="413" r:id="rId216"/>
    <p:sldId id="414" r:id="rId217"/>
    <p:sldId id="415" r:id="rId218"/>
    <p:sldId id="416" r:id="rId219"/>
    <p:sldId id="417" r:id="rId220"/>
    <p:sldId id="418" r:id="rId221"/>
    <p:sldId id="419" r:id="rId222"/>
    <p:sldId id="420" r:id="rId223"/>
    <p:sldId id="421" r:id="rId224"/>
    <p:sldId id="422" r:id="rId225"/>
    <p:sldId id="403" r:id="rId226"/>
    <p:sldId id="423" r:id="rId227"/>
    <p:sldId id="424" r:id="rId228"/>
    <p:sldId id="425" r:id="rId229"/>
    <p:sldId id="426" r:id="rId230"/>
    <p:sldId id="427" r:id="rId231"/>
    <p:sldId id="428" r:id="rId232"/>
    <p:sldId id="429" r:id="rId233"/>
    <p:sldId id="430" r:id="rId234"/>
    <p:sldId id="431" r:id="rId235"/>
    <p:sldId id="432" r:id="rId23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F3BFDF-51B2-44FA-B7D9-28759779782D}" v="2" dt="2025-12-12T00:27:01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4660"/>
  </p:normalViewPr>
  <p:slideViewPr>
    <p:cSldViewPr snapToGrid="0">
      <p:cViewPr varScale="1">
        <p:scale>
          <a:sx n="64" d="100"/>
          <a:sy n="64" d="100"/>
        </p:scale>
        <p:origin x="12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91" Type="http://schemas.openxmlformats.org/officeDocument/2006/relationships/slide" Target="slides/slide187.xml"/><Relationship Id="rId205" Type="http://schemas.openxmlformats.org/officeDocument/2006/relationships/slide" Target="slides/slide201.xml"/><Relationship Id="rId226" Type="http://schemas.openxmlformats.org/officeDocument/2006/relationships/slide" Target="slides/slide22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slide" Target="slides/slide177.xml"/><Relationship Id="rId216" Type="http://schemas.openxmlformats.org/officeDocument/2006/relationships/slide" Target="slides/slide212.xml"/><Relationship Id="rId237" Type="http://schemas.openxmlformats.org/officeDocument/2006/relationships/presProps" Target="presProps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92" Type="http://schemas.openxmlformats.org/officeDocument/2006/relationships/slide" Target="slides/slide188.xml"/><Relationship Id="rId206" Type="http://schemas.openxmlformats.org/officeDocument/2006/relationships/slide" Target="slides/slide202.xml"/><Relationship Id="rId227" Type="http://schemas.openxmlformats.org/officeDocument/2006/relationships/slide" Target="slides/slide223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slide" Target="slides/slide178.xml"/><Relationship Id="rId217" Type="http://schemas.openxmlformats.org/officeDocument/2006/relationships/slide" Target="slides/slide213.xml"/><Relationship Id="rId6" Type="http://schemas.openxmlformats.org/officeDocument/2006/relationships/slide" Target="slides/slide2.xml"/><Relationship Id="rId238" Type="http://schemas.openxmlformats.org/officeDocument/2006/relationships/viewProps" Target="viewProps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93" Type="http://schemas.openxmlformats.org/officeDocument/2006/relationships/slide" Target="slides/slide189.xml"/><Relationship Id="rId207" Type="http://schemas.openxmlformats.org/officeDocument/2006/relationships/slide" Target="slides/slide203.xml"/><Relationship Id="rId228" Type="http://schemas.openxmlformats.org/officeDocument/2006/relationships/slide" Target="slides/slide224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20" Type="http://schemas.openxmlformats.org/officeDocument/2006/relationships/slide" Target="slides/slide116.xml"/><Relationship Id="rId141" Type="http://schemas.openxmlformats.org/officeDocument/2006/relationships/slide" Target="slides/slide137.xml"/><Relationship Id="rId7" Type="http://schemas.openxmlformats.org/officeDocument/2006/relationships/slide" Target="slides/slide3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18" Type="http://schemas.openxmlformats.org/officeDocument/2006/relationships/slide" Target="slides/slide214.xml"/><Relationship Id="rId239" Type="http://schemas.openxmlformats.org/officeDocument/2006/relationships/theme" Target="theme/theme1.xml"/><Relationship Id="rId24" Type="http://schemas.openxmlformats.org/officeDocument/2006/relationships/slide" Target="slides/slide20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31" Type="http://schemas.openxmlformats.org/officeDocument/2006/relationships/slide" Target="slides/slide127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4" Type="http://schemas.openxmlformats.org/officeDocument/2006/relationships/slide" Target="slides/slide190.xml"/><Relationship Id="rId208" Type="http://schemas.openxmlformats.org/officeDocument/2006/relationships/slide" Target="slides/slide204.xml"/><Relationship Id="rId229" Type="http://schemas.openxmlformats.org/officeDocument/2006/relationships/slide" Target="slides/slide225.xml"/><Relationship Id="rId240" Type="http://schemas.openxmlformats.org/officeDocument/2006/relationships/tableStyles" Target="tableStyles.xml"/><Relationship Id="rId14" Type="http://schemas.openxmlformats.org/officeDocument/2006/relationships/slide" Target="slides/slide10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8" Type="http://schemas.openxmlformats.org/officeDocument/2006/relationships/slide" Target="slides/slide4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slide" Target="slides/slide180.xml"/><Relationship Id="rId219" Type="http://schemas.openxmlformats.org/officeDocument/2006/relationships/slide" Target="slides/slide215.xml"/><Relationship Id="rId230" Type="http://schemas.openxmlformats.org/officeDocument/2006/relationships/slide" Target="slides/slide226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95" Type="http://schemas.openxmlformats.org/officeDocument/2006/relationships/slide" Target="slides/slide191.xml"/><Relationship Id="rId209" Type="http://schemas.openxmlformats.org/officeDocument/2006/relationships/slide" Target="slides/slide205.xml"/><Relationship Id="rId220" Type="http://schemas.openxmlformats.org/officeDocument/2006/relationships/slide" Target="slides/slide216.xml"/><Relationship Id="rId241" Type="http://schemas.microsoft.com/office/2015/10/relationships/revisionInfo" Target="revisionInfo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185" Type="http://schemas.openxmlformats.org/officeDocument/2006/relationships/slide" Target="slides/slide18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80" Type="http://schemas.openxmlformats.org/officeDocument/2006/relationships/slide" Target="slides/slide176.xml"/><Relationship Id="rId210" Type="http://schemas.openxmlformats.org/officeDocument/2006/relationships/slide" Target="slides/slide206.xml"/><Relationship Id="rId215" Type="http://schemas.openxmlformats.org/officeDocument/2006/relationships/slide" Target="slides/slide211.xml"/><Relationship Id="rId236" Type="http://schemas.openxmlformats.org/officeDocument/2006/relationships/slide" Target="slides/slide232.xml"/><Relationship Id="rId26" Type="http://schemas.openxmlformats.org/officeDocument/2006/relationships/slide" Target="slides/slide22.xml"/><Relationship Id="rId231" Type="http://schemas.openxmlformats.org/officeDocument/2006/relationships/slide" Target="slides/slide227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96" Type="http://schemas.openxmlformats.org/officeDocument/2006/relationships/slide" Target="slides/slide192.xml"/><Relationship Id="rId200" Type="http://schemas.openxmlformats.org/officeDocument/2006/relationships/slide" Target="slides/slide196.xml"/><Relationship Id="rId16" Type="http://schemas.openxmlformats.org/officeDocument/2006/relationships/slide" Target="slides/slide12.xml"/><Relationship Id="rId221" Type="http://schemas.openxmlformats.org/officeDocument/2006/relationships/slide" Target="slides/slide217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slide" Target="slides/slide182.xml"/><Relationship Id="rId211" Type="http://schemas.openxmlformats.org/officeDocument/2006/relationships/slide" Target="slides/slide207.xml"/><Relationship Id="rId232" Type="http://schemas.openxmlformats.org/officeDocument/2006/relationships/slide" Target="slides/slide228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97" Type="http://schemas.openxmlformats.org/officeDocument/2006/relationships/slide" Target="slides/slide193.xml"/><Relationship Id="rId201" Type="http://schemas.openxmlformats.org/officeDocument/2006/relationships/slide" Target="slides/slide197.xml"/><Relationship Id="rId222" Type="http://schemas.openxmlformats.org/officeDocument/2006/relationships/slide" Target="slides/slide218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slide" Target="slides/slide183.xml"/><Relationship Id="rId1" Type="http://schemas.openxmlformats.org/officeDocument/2006/relationships/customXml" Target="../customXml/item1.xml"/><Relationship Id="rId212" Type="http://schemas.openxmlformats.org/officeDocument/2006/relationships/slide" Target="slides/slide208.xml"/><Relationship Id="rId233" Type="http://schemas.openxmlformats.org/officeDocument/2006/relationships/slide" Target="slides/slide22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98" Type="http://schemas.openxmlformats.org/officeDocument/2006/relationships/slide" Target="slides/slide194.xml"/><Relationship Id="rId202" Type="http://schemas.openxmlformats.org/officeDocument/2006/relationships/slide" Target="slides/slide198.xml"/><Relationship Id="rId223" Type="http://schemas.openxmlformats.org/officeDocument/2006/relationships/slide" Target="slides/slide21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50" Type="http://schemas.openxmlformats.org/officeDocument/2006/relationships/slide" Target="slides/slide46.xml"/><Relationship Id="rId104" Type="http://schemas.openxmlformats.org/officeDocument/2006/relationships/slide" Target="slides/slide100.xml"/><Relationship Id="rId125" Type="http://schemas.openxmlformats.org/officeDocument/2006/relationships/slide" Target="slides/slide121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slide" Target="slides/slide184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13" Type="http://schemas.openxmlformats.org/officeDocument/2006/relationships/slide" Target="slides/slide209.xml"/><Relationship Id="rId234" Type="http://schemas.openxmlformats.org/officeDocument/2006/relationships/slide" Target="slides/slide230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40" Type="http://schemas.openxmlformats.org/officeDocument/2006/relationships/slide" Target="slides/slide36.xml"/><Relationship Id="rId115" Type="http://schemas.openxmlformats.org/officeDocument/2006/relationships/slide" Target="slides/slide111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9" Type="http://schemas.openxmlformats.org/officeDocument/2006/relationships/slide" Target="slides/slide195.xml"/><Relationship Id="rId203" Type="http://schemas.openxmlformats.org/officeDocument/2006/relationships/slide" Target="slides/slide199.xml"/><Relationship Id="rId19" Type="http://schemas.openxmlformats.org/officeDocument/2006/relationships/slide" Target="slides/slide15.xml"/><Relationship Id="rId224" Type="http://schemas.openxmlformats.org/officeDocument/2006/relationships/slide" Target="slides/slide220.xml"/><Relationship Id="rId30" Type="http://schemas.openxmlformats.org/officeDocument/2006/relationships/slide" Target="slides/slide2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189" Type="http://schemas.openxmlformats.org/officeDocument/2006/relationships/slide" Target="slides/slide185.xml"/><Relationship Id="rId3" Type="http://schemas.openxmlformats.org/officeDocument/2006/relationships/customXml" Target="../customXml/item3.xml"/><Relationship Id="rId214" Type="http://schemas.openxmlformats.org/officeDocument/2006/relationships/slide" Target="slides/slide210.xml"/><Relationship Id="rId235" Type="http://schemas.openxmlformats.org/officeDocument/2006/relationships/slide" Target="slides/slide231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179" Type="http://schemas.openxmlformats.org/officeDocument/2006/relationships/slide" Target="slides/slide175.xml"/><Relationship Id="rId190" Type="http://schemas.openxmlformats.org/officeDocument/2006/relationships/slide" Target="slides/slide186.xml"/><Relationship Id="rId204" Type="http://schemas.openxmlformats.org/officeDocument/2006/relationships/slide" Target="slides/slide200.xml"/><Relationship Id="rId225" Type="http://schemas.openxmlformats.org/officeDocument/2006/relationships/slide" Target="slides/slide2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9E5381-D800-8B4F-633A-CE71A2B68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42F6EE7-9D35-7BD5-6399-2EAE72373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2D6EB7-6E56-8ABF-807A-2C9B7813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CF68-57EF-4B1C-8FE1-6D470A411F6D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E1DB69-E264-8343-00EB-FA5995EC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43A942-77F5-E798-E113-B646FCB30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CB41-B5C6-4EB6-BD22-09E096A1E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68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60FC4F-35C4-C49F-95E5-84E5782F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6A97A9-981A-EB38-A7A6-97B11212C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F17335-3450-7C87-76C2-F55923B06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CF68-57EF-4B1C-8FE1-6D470A411F6D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A7E1D0-DCC4-391A-ED5E-32540ECC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BC38EC-30AB-6221-ADC3-41BFAF11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CB41-B5C6-4EB6-BD22-09E096A1E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1344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EEBE58-5B06-C59B-6226-7E92C7E04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7D39BE-AAF1-29D1-3CA3-2E914398C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A5CBFC-CD0B-0455-1175-C7E7BC07B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CF68-57EF-4B1C-8FE1-6D470A411F6D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C3A79A-73BA-DC2B-03F2-20C06901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B0E89C-09B8-C494-3408-9ABC41E40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CB41-B5C6-4EB6-BD22-09E096A1E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9006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FA45F8-E175-9797-0CD0-FAF5A199E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4DD256-6612-6A52-B076-95AFA57F6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83A491-7717-3FF1-72C3-4E7061C47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F9782E-61B9-68FF-81E5-6B4E9F12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CF68-57EF-4B1C-8FE1-6D470A411F6D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6C33B3-F5CA-4B97-1EDA-F87F8CFF8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E1BBC2-37DC-0A6A-6E48-7F112DBE6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CB41-B5C6-4EB6-BD22-09E096A1E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0228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B9CF3-F243-896E-8A22-67F77E847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9DF7F9-A8DD-1417-4F0C-8E89E7EEE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EDE192-3386-C182-7817-BAB6418AF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B2D15C3-0264-F2C2-DC7C-555991E7E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FD0684C-3527-116C-05C8-098B70884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6EC15D3-70FE-2FD9-2F19-5C0CAF37D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CF68-57EF-4B1C-8FE1-6D470A411F6D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DE7BEF1-E85E-BC68-CF0C-08868089B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54B33CA-5F04-7761-3C3D-0E69CAF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CB41-B5C6-4EB6-BD22-09E096A1E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345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A634E3-A3B7-55FA-B3D5-3F04D0DB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96C0D72-A9C3-12EF-40E5-1BB28BF51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CF68-57EF-4B1C-8FE1-6D470A411F6D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998B6BB-1D3B-FFB8-742F-AC78B1C91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34EBBF-C449-BCAD-5B7C-8B9D64A7A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CB41-B5C6-4EB6-BD22-09E096A1E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0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8BA4614-D021-44E0-BDA5-25D414224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CF68-57EF-4B1C-8FE1-6D470A411F6D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A3F3963-E2B7-57E2-5455-9CF26FD32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6EA1E5-A205-383B-72E5-BEBA34D2D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CB41-B5C6-4EB6-BD22-09E096A1E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6838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B9F2EB-6651-CAEC-207C-6FEB4D486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A8D4CF-0CFF-3AB2-2B89-CC0C1771E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141EEE-532C-3EA6-B63D-2737D1534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D3FBA4-C512-B877-8538-7D29ED70F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CF68-57EF-4B1C-8FE1-6D470A411F6D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0EB4A1-BCA7-A2CD-822C-04BD0FB0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E11729-7C3D-6527-66FD-C1DFCDC8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CB41-B5C6-4EB6-BD22-09E096A1E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8319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DD53A-8FAF-78F6-1F6A-689042EFE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92EA54B-8D66-7A96-9853-8D1B90D29B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8DA616-D097-7F19-9137-D220023AA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9E500F-22BF-5069-915E-6BD9E662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CF68-57EF-4B1C-8FE1-6D470A411F6D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4E2E6D-49EE-F69C-BFA2-74075F94F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834869-F739-3E61-36F6-E3C9D4EB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CB41-B5C6-4EB6-BD22-09E096A1E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0727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647FE-76DC-0937-899E-916E863DF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E6AF93A-2F42-A7F3-390D-CD42AA8A3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65CAA9-EB79-766C-77EF-8959C8D6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CF68-57EF-4B1C-8FE1-6D470A411F6D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BF23D1-715E-5171-26C3-949032334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BD9C70-862A-7525-D996-7759D12BD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CB41-B5C6-4EB6-BD22-09E096A1E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0264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47334EB-3475-E0FB-4252-6C19C88125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CE6E2C0-44C5-E6FB-B8B5-39019915C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DED6A5-063C-00EA-EA8B-19672983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CF68-57EF-4B1C-8FE1-6D470A411F6D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A3A97E-F769-2668-CC75-B7BB02DCC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49A2FF-6D34-E4D8-666F-DCD7577A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6CB41-B5C6-4EB6-BD22-09E096A1E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7501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74DC123-E594-4281-C8FA-0890E76AC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C31D7E-FEFB-FFAB-7371-59AAB0A52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CD0CD7-073E-F6C1-C52F-7BEA7A99F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ACF68-57EF-4B1C-8FE1-6D470A411F6D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1607E5-241C-1CC1-CCB1-C593F12B7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DE1008-B706-F413-9734-14AE8AF26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6CB41-B5C6-4EB6-BD22-09E096A1E9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162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C103D6-2EA7-E464-53BD-2C74AB0EEE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My_learn</a:t>
            </a:r>
            <a:r>
              <a:rPr lang="ja-JP" altLang="en-US" dirty="0"/>
              <a:t>階層</a:t>
            </a:r>
            <a:r>
              <a:rPr lang="en-US" altLang="ja-JP" dirty="0"/>
              <a:t>4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39CDD59-528F-898B-9D7D-827DC046E4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7921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BAF0A5-F934-DD9F-AEF2-F2AE495D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__</a:t>
            </a:r>
            <a:r>
              <a:rPr kumimoji="1" lang="en-US" altLang="ja-JP" dirty="0" err="1"/>
              <a:t>init</a:t>
            </a:r>
            <a:r>
              <a:rPr kumimoji="1" lang="en-US" altLang="ja-JP" dirty="0"/>
              <a:t>__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1FB7011-60B3-ADE7-30A3-4BC4E7E5B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417" y="1752366"/>
            <a:ext cx="11448891" cy="287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8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128CC-E09C-BC27-7566-B28A3C7FC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E88881-14BC-B76B-A69F-5AE20917A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__</a:t>
            </a:r>
            <a:r>
              <a:rPr kumimoji="1" lang="en-US" altLang="ja-JP" dirty="0" err="1"/>
              <a:t>init</a:t>
            </a:r>
            <a:r>
              <a:rPr kumimoji="1" lang="en-US" altLang="ja-JP" dirty="0"/>
              <a:t>__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317A0C8-D792-C96C-FDAD-EE9E23386E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892" y="1587190"/>
            <a:ext cx="11759320" cy="352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595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869F9-D688-6922-673E-8CC60B229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71A7A0-53CB-A2AA-7ADE-46FFE2394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__</a:t>
            </a:r>
            <a:r>
              <a:rPr kumimoji="1" lang="en-US" altLang="ja-JP" dirty="0" err="1"/>
              <a:t>init</a:t>
            </a:r>
            <a:r>
              <a:rPr kumimoji="1" lang="en-US" altLang="ja-JP" dirty="0"/>
              <a:t>__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43E1F7D-561A-84BB-7AB7-9E2E57B2D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996" y="909844"/>
            <a:ext cx="10155604" cy="593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886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EC6A4-D52E-D967-626F-67282890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4129E7-ABD0-7F7C-E857-3FFCB6543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__</a:t>
            </a:r>
            <a:r>
              <a:rPr kumimoji="1" lang="en-US" altLang="ja-JP" dirty="0" err="1"/>
              <a:t>init</a:t>
            </a:r>
            <a:r>
              <a:rPr kumimoji="1" lang="en-US" altLang="ja-JP" dirty="0"/>
              <a:t>__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937454C-3D52-D68B-3EBD-59EC530D0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956" y="1325563"/>
            <a:ext cx="11322411" cy="267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38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E365A-E1A0-1A68-3F58-AA087B91E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D42117-EB89-A4AE-B3EE-F34B1945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__</a:t>
            </a:r>
            <a:r>
              <a:rPr kumimoji="1" lang="en-US" altLang="ja-JP" dirty="0" err="1"/>
              <a:t>init</a:t>
            </a:r>
            <a:r>
              <a:rPr kumimoji="1" lang="en-US" altLang="ja-JP" dirty="0"/>
              <a:t>__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CB0434F-7184-5D8F-4149-D9F99DB1F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628" y="971059"/>
            <a:ext cx="11831635" cy="518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11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E9E7B0-9689-7487-0D22-78FD5F919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ガベージコレクション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F79F0ED-08CD-A480-003D-392C58E62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291" y="1682642"/>
            <a:ext cx="11541417" cy="378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85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CDED4-E7B0-E708-138F-69381BED2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EEA9D0-77CC-2A7C-2FDD-2365E21E7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ガベージコレクション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FB63A64-3399-B71C-FA00-A4132834B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960" y="988999"/>
            <a:ext cx="9828410" cy="581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9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A644E-4975-847D-6E7F-3388106CD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81C8A7-CAAC-7C7D-D3DE-1F2A3269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ガベージコレクション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09BD0DF-34F9-AF5E-FDEA-A22DE89705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878" y="1068430"/>
            <a:ext cx="10515600" cy="564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674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B0E78-432A-E2D8-3DC2-9222A058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C6FD3A-FEF7-0547-CB01-890F7D9DC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083633"/>
          </a:xfrm>
        </p:spPr>
        <p:txBody>
          <a:bodyPr/>
          <a:lstStyle/>
          <a:p>
            <a:r>
              <a:rPr lang="ja-JP" altLang="en-US" dirty="0"/>
              <a:t>ガベージ</a:t>
            </a:r>
            <a:br>
              <a:rPr lang="en-US" altLang="ja-JP" dirty="0"/>
            </a:br>
            <a:r>
              <a:rPr lang="ja-JP" altLang="en-US" dirty="0"/>
              <a:t>コレク</a:t>
            </a:r>
            <a:br>
              <a:rPr lang="en-US" altLang="ja-JP" dirty="0"/>
            </a:br>
            <a:r>
              <a:rPr lang="ja-JP" altLang="en-US" dirty="0"/>
              <a:t>ション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F840AAF-AB87-554F-3CC3-6A8125290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5933" y="0"/>
            <a:ext cx="9331215" cy="688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53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BFE84-BFDA-A9B9-AE0F-E2FCD220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2296B2-9F6C-FE9E-07ED-A50BEEF29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ガベージコレクション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C81D854-EDED-ADD6-1091-795A034AA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804" y="1476236"/>
            <a:ext cx="11184391" cy="354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819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85046-82E3-CC08-9967-C5B9CF308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7E9390-F55D-2050-CE18-5AAF33A0C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ガベージコレクション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CE4F78B-F916-C0AF-713E-BE082211B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987" y="1325563"/>
            <a:ext cx="11904026" cy="377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38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8CAAD-591D-C46C-3195-D3EEB9383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9A2032-B6A2-1226-814D-1A767D4F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ガベージコレクション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789D0AB-7D46-D381-7B88-AE8AC7C03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352" y="1159064"/>
            <a:ext cx="10948886" cy="428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73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8E8EB-2BC5-5EBF-290A-FDA3D6D04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909239-E5C9-FF01-7536-0EBAC12B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スロッツ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938A6C3-C43C-7305-DF52-0868389A1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759" y="2111206"/>
            <a:ext cx="11081802" cy="263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19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14C9D-D43F-E386-580C-514D3FF8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2D9EBB-267E-C571-9D9A-BFAAB021C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スロッツ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3C6BCB2-9C9D-344D-14D8-3DD0429E3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944" y="1050495"/>
            <a:ext cx="11098512" cy="539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434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2C535-97DA-F7C1-25CE-97668F812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4BE1D8-3020-E984-9797-FE73A4CCC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スロッツ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1D6A070-81A2-54F1-14A7-B0C29F1B5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256" y="1000620"/>
            <a:ext cx="11167126" cy="507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586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5B5E5-A2D4-9B54-C4C8-096C2CF7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E37EE8-BC8B-3D7A-15F0-EA5488695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スロッツ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02DA539-3F75-62D6-847B-697E110E8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729" y="938422"/>
            <a:ext cx="8529419" cy="579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756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6D66C-8CBA-BC99-D913-057E73C9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7E4ED3-94F7-12B9-86F7-9333002C9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スロッツ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5656E9C-08A9-5753-2AFC-DF9C3EB56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0642" y="883367"/>
            <a:ext cx="8218446" cy="582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110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90B50-B0EB-10B1-F38B-3B537A396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FB7527-7ABD-3DC9-3265-377300B89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スロッツ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ADC8934-845C-A94B-9056-385875150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755" y="951169"/>
            <a:ext cx="10778955" cy="560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24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6590C-A684-76DE-2000-A11DCFE9A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EE707B-D915-FB3C-28E2-29E0EAB0E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スロッツ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A4B28C4-10ED-C901-B3B5-A2632BF50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094" y="1445413"/>
            <a:ext cx="11181339" cy="309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58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EE093-161B-5520-892D-8EDE9AAB1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EB3646-C1DA-61E6-8871-2B59C5070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スロッツ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53F2697-39F3-B646-EFA1-44035E5AD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924" y="1325563"/>
            <a:ext cx="10879258" cy="353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5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6CD3-75B5-DFFA-996F-49256451E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22A32D-155B-7DA0-7985-B418FBE6D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Weak Reference</a:t>
            </a:r>
            <a:r>
              <a:rPr lang="ja-JP" altLang="en-US" dirty="0"/>
              <a:t>（弱参照）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79928C4-43E6-5A02-2B13-24168ABCA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311" y="1578210"/>
            <a:ext cx="10963145" cy="320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8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533A7-F719-9CDB-23A4-007033AD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546C44-9BB8-75CE-F9B8-33E91C1B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Weak Reference</a:t>
            </a:r>
            <a:r>
              <a:rPr lang="ja-JP" altLang="en-US" dirty="0"/>
              <a:t>（弱参照）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CE3B100-2E41-5350-1943-A9DEC9819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966" y="1323681"/>
            <a:ext cx="11142066" cy="354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17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4754D-D207-B12F-9C64-1082DC45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792BBC-E679-1CB0-131D-3ABB4D9E7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Weak Reference</a:t>
            </a:r>
            <a:r>
              <a:rPr lang="ja-JP" altLang="en-US" dirty="0"/>
              <a:t>（弱参照）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6C4525A-F703-D7BE-5721-4F95521DB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280" y="1514207"/>
            <a:ext cx="11502311" cy="313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826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2BBD1-CE8C-80F3-0647-8D120F876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EA1BF8-334D-344A-8B50-D4D560BF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Weak Reference</a:t>
            </a:r>
            <a:r>
              <a:rPr lang="ja-JP" altLang="en-US" dirty="0"/>
              <a:t>（弱参照）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0D0E046-BB40-ED12-516E-3ED1541C53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185" y="987314"/>
            <a:ext cx="10515600" cy="545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26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A1831-1D77-D081-5918-70DEC4FB9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332E16-1885-2CFE-E1CE-ED7FFD63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Weak Reference</a:t>
            </a:r>
            <a:r>
              <a:rPr lang="ja-JP" altLang="en-US" dirty="0"/>
              <a:t>（弱参照）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7DF562E-C1E0-360E-96B1-53327A91D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714" y="943462"/>
            <a:ext cx="11439922" cy="539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92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CBCBE-3A60-5807-9DF3-75D1C50EE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5FF391-9965-4ADB-A07F-DF0C74C44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Weak Reference</a:t>
            </a:r>
            <a:r>
              <a:rPr lang="ja-JP" altLang="en-US" dirty="0"/>
              <a:t>（弱参照）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F730EC3-9E15-E9D2-F5B4-7A4C960CF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542" y="858009"/>
            <a:ext cx="10247435" cy="567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29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07549-7A45-12EA-5B05-D4D02EE95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43E7D6-9C57-4FA3-24A9-745DBC88F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Weak Reference</a:t>
            </a:r>
            <a:r>
              <a:rPr lang="ja-JP" altLang="en-US" dirty="0"/>
              <a:t>（弱参照）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A37228C-407A-95C9-4E8B-F8D13D6368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071" y="1129784"/>
            <a:ext cx="11143491" cy="43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93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3721-377E-33E7-63B1-761E378DC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678957-93C2-720F-E984-67CEC93A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Weak Reference</a:t>
            </a:r>
            <a:r>
              <a:rPr lang="ja-JP" altLang="en-US" dirty="0"/>
              <a:t>（弱参照）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5CAA65C-7DB8-F8E8-23A4-3C9C3EC09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108" y="1325563"/>
            <a:ext cx="11107337" cy="454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36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244FC-4EEB-9575-479F-2E49CC7A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AAA8C6-3716-A16B-11FC-A7FA1169C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バイトコード解析（</a:t>
            </a:r>
            <a:r>
              <a:rPr lang="en-US" altLang="ja-JP" dirty="0"/>
              <a:t>dis</a:t>
            </a:r>
            <a:r>
              <a:rPr lang="ja-JP" altLang="en-US" dirty="0"/>
              <a:t>モジュール）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1F960F5-19E1-8CFA-B625-63562B557D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795" y="1228417"/>
            <a:ext cx="11498483" cy="367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10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2560F-27BA-ABBC-ED47-A6C7F049E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B06B18-86D7-122A-C404-7D1AC68A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バイトコード解析（</a:t>
            </a:r>
            <a:r>
              <a:rPr lang="en-US" altLang="ja-JP" dirty="0"/>
              <a:t>dis</a:t>
            </a:r>
            <a:r>
              <a:rPr lang="ja-JP" altLang="en-US" dirty="0"/>
              <a:t>モジュール）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7D00E68-329F-1073-A482-C41559C63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80" y="1061558"/>
            <a:ext cx="12014639" cy="448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484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6529-42E3-3D24-7ECC-0E3F2DC7F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18C33D-BE0B-241B-B3F4-8E8D796F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バイトコード解析（</a:t>
            </a:r>
            <a:r>
              <a:rPr lang="en-US" altLang="ja-JP" dirty="0"/>
              <a:t>dis</a:t>
            </a:r>
            <a:r>
              <a:rPr lang="ja-JP" altLang="en-US" dirty="0"/>
              <a:t>モジュール）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41F2147-58C4-3AD4-FA27-5670B8738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657" y="1670134"/>
            <a:ext cx="11071034" cy="3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22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4FF04-AA57-BFE1-78AE-8FC28792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380C9B-22DE-D2A2-CE53-04145A73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バイトコード解析（</a:t>
            </a:r>
            <a:r>
              <a:rPr lang="en-US" altLang="ja-JP" dirty="0"/>
              <a:t>dis</a:t>
            </a:r>
            <a:r>
              <a:rPr lang="ja-JP" altLang="en-US" dirty="0"/>
              <a:t>モジュール）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8F3B381-05F1-1124-70FE-84AE1B6CA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421" y="1325563"/>
            <a:ext cx="7977903" cy="516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52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7887B-C2D6-9464-15F1-03CDC055B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AFA5DA-BD1C-8568-3764-E54003FE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バイトコード解析（</a:t>
            </a:r>
            <a:r>
              <a:rPr lang="en-US" altLang="ja-JP" dirty="0"/>
              <a:t>dis</a:t>
            </a:r>
            <a:r>
              <a:rPr lang="ja-JP" altLang="en-US" dirty="0"/>
              <a:t>モジュール）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28C96F1-A876-A5E6-1707-2AC7218C7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433" y="1138335"/>
            <a:ext cx="10785255" cy="506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182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56AAD-DC3E-F6D8-618F-36A46FCE8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EDF7F0-5B4A-19BE-E4A8-0FDD2D5D0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バイトコード解析（</a:t>
            </a:r>
            <a:r>
              <a:rPr lang="en-US" altLang="ja-JP" dirty="0"/>
              <a:t>dis</a:t>
            </a:r>
            <a:r>
              <a:rPr lang="ja-JP" altLang="en-US" dirty="0"/>
              <a:t>モジュール）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9008ED1-8B5E-D268-779E-183F5F7EE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486" y="1325563"/>
            <a:ext cx="11524694" cy="404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577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9DE81-6AA8-EDCA-CF5B-86BF3A88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2CCFA0-82D4-A153-52DC-3DF39AAD9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バイトコード解析（</a:t>
            </a:r>
            <a:r>
              <a:rPr lang="en-US" altLang="ja-JP" dirty="0"/>
              <a:t>dis</a:t>
            </a:r>
            <a:r>
              <a:rPr lang="ja-JP" altLang="en-US" dirty="0"/>
              <a:t>モジュール）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D566663-F6CC-5881-A23F-04E4054C4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20134"/>
            <a:ext cx="12040086" cy="196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7290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5B881-D994-8634-91CD-54C93C9B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A104A5-0EE4-3C0B-6865-749869C22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バイトコード解析（</a:t>
            </a:r>
            <a:r>
              <a:rPr lang="en-US" altLang="ja-JP" dirty="0"/>
              <a:t>dis</a:t>
            </a:r>
            <a:r>
              <a:rPr lang="ja-JP" altLang="en-US" dirty="0"/>
              <a:t>モジュール）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F01593C-0FA8-5CA5-FBDC-95E1B65CD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631" y="1325563"/>
            <a:ext cx="10515600" cy="404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723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FED7F-6BBD-1AD2-7F90-AE795DC4D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96C41D-45CE-1DEC-A494-BCA27E13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バイトコード解析（</a:t>
            </a:r>
            <a:r>
              <a:rPr lang="en-US" altLang="ja-JP" dirty="0"/>
              <a:t>dis</a:t>
            </a:r>
            <a:r>
              <a:rPr lang="ja-JP" altLang="en-US" dirty="0"/>
              <a:t>モジュール）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BB4DB72-82C8-8DC3-A64C-57FA39E0C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752" y="1120258"/>
            <a:ext cx="11553506" cy="45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568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D0867-459F-195F-3CC3-3693E9A07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3CB6A9-4247-5796-46A2-4360D98CC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Protocol</a:t>
            </a:r>
            <a:r>
              <a:rPr lang="ja-JP" altLang="en-US" dirty="0"/>
              <a:t>（プロトコル）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0FAB8CA-056B-AEAD-3AB6-A92932098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565" y="1705569"/>
            <a:ext cx="11760870" cy="295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834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9382-022B-13BF-7041-B68123F9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5EBF9C-2632-C951-6804-9091B9F1F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Protocol</a:t>
            </a:r>
            <a:r>
              <a:rPr lang="ja-JP" altLang="en-US" dirty="0"/>
              <a:t>（プロトコル）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250F432-AF72-FA3F-751E-71CE01D42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664" y="1606944"/>
            <a:ext cx="11661154" cy="3429751"/>
          </a:xfrm>
          <a:prstGeom prst="rect">
            <a:avLst/>
          </a:prstGeom>
        </p:spPr>
      </p:pic>
      <p:pic>
        <p:nvPicPr>
          <p:cNvPr id="4" name="図 3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2BE1968-179C-2D9D-D49A-0BEE732E1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878" y="5251055"/>
            <a:ext cx="7642656" cy="150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933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05085-9429-8150-240B-F9A8183B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FB572A-4AD3-494C-6339-A16681887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Protocol</a:t>
            </a:r>
            <a:r>
              <a:rPr lang="ja-JP" altLang="en-US" dirty="0"/>
              <a:t>（プロトコル）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2B059F1-854B-9B6F-CA7C-07B3DA0EC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747" y="1325563"/>
            <a:ext cx="11152780" cy="455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965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52AB4-6D4E-F410-A723-1F813F9B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767B6A-A55F-E870-6B39-F698EED19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Protocol</a:t>
            </a:r>
            <a:r>
              <a:rPr lang="ja-JP" altLang="en-US" dirty="0"/>
              <a:t>（プロトコル）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8032FD4-2EE3-E1E7-4DC5-E759ECC5C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716" y="833606"/>
            <a:ext cx="9501891" cy="606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516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F2DB2-5192-647C-5469-8E541FB5B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86B57-DFFE-8591-8D4D-C0F8E80A3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Protocol</a:t>
            </a:r>
            <a:r>
              <a:rPr lang="ja-JP" altLang="en-US" dirty="0"/>
              <a:t>（プロトコル）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A05C27D-0E2F-E41C-114A-7FC93273E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426" y="1085720"/>
            <a:ext cx="10199174" cy="482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563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9CD67-0A2A-9C78-AF53-E60A55E0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F86FFF-0274-FF67-8BDB-8AF18E20C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Protocol</a:t>
            </a:r>
            <a:r>
              <a:rPr lang="ja-JP" altLang="en-US" dirty="0"/>
              <a:t>（プロトコル）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44129E7-F4B0-FB3C-2E1A-1CADF9AD7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957" y="1325563"/>
            <a:ext cx="10515600" cy="502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176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68F43-FDE4-AC22-3511-BCE52591A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355A37-8121-462D-221B-26165AE01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858780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Protocol</a:t>
            </a:r>
            <a:br>
              <a:rPr lang="en-US" altLang="ja-JP" dirty="0"/>
            </a:br>
            <a:r>
              <a:rPr lang="ja-JP" altLang="en-US" dirty="0"/>
              <a:t>（プロト</a:t>
            </a:r>
            <a:br>
              <a:rPr lang="en-US" altLang="ja-JP" dirty="0"/>
            </a:br>
            <a:r>
              <a:rPr lang="ja-JP" altLang="en-US" dirty="0"/>
              <a:t>コル）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A2E8084-3C9F-7347-05FC-5449436F2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7647" y="-1"/>
            <a:ext cx="8834779" cy="678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5843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75E3F-3457-64A6-DEAA-61A2753BD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4A3AA6-3BEB-FE84-B520-314DEDEF9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Protocol</a:t>
            </a:r>
            <a:r>
              <a:rPr lang="ja-JP" altLang="en-US" dirty="0"/>
              <a:t>（プロトコル）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96D0B42-EF0D-2832-DAFA-1A524D78AD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461" y="1325562"/>
            <a:ext cx="11308530" cy="383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693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56886-329C-88A9-4A14-1FE65B1FC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E0767E-C305-7A90-ECC3-ECD3559B9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Protocol</a:t>
            </a:r>
            <a:r>
              <a:rPr lang="ja-JP" altLang="en-US" dirty="0"/>
              <a:t>（プロトコル）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13FC98F-6970-D9C1-C01D-10DBB38DDE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898" y="1282354"/>
            <a:ext cx="11150203" cy="429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718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F8C33-BE12-5603-0748-BFF9167BA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479A98-6142-4830-FEAC-122F0DD1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Generic</a:t>
            </a:r>
            <a:r>
              <a:rPr lang="ja-JP" altLang="en-US" dirty="0"/>
              <a:t>（ジェネリクス）</a:t>
            </a:r>
            <a:r>
              <a:rPr lang="en-US" altLang="ja-JP" dirty="0"/>
              <a:t>1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8BD1E49-483B-FB88-4A1C-865398F39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052" y="1495155"/>
            <a:ext cx="11508201" cy="322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103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CB7B-A13A-AD29-A2E5-A6ABDC62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E612B0-0985-ED93-FBD5-141B339F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Generic</a:t>
            </a:r>
            <a:r>
              <a:rPr lang="ja-JP" altLang="en-US" dirty="0"/>
              <a:t>（ジェネリクス）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978667B-C550-45EB-2885-F145B3FC9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555" y="907600"/>
            <a:ext cx="10902939" cy="572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928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DC51C-E85C-1DB9-49C5-4D50F7C8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78ED4F-DBE5-A311-20CB-357A59D69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Generic</a:t>
            </a:r>
            <a:r>
              <a:rPr lang="ja-JP" altLang="en-US" dirty="0"/>
              <a:t>（ジェネリクス）</a:t>
            </a:r>
            <a:r>
              <a:rPr lang="en-US" altLang="ja-JP" dirty="0"/>
              <a:t>3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C4ABEC0-0422-8C4E-02AF-5E7422DEE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761" y="927914"/>
            <a:ext cx="11277693" cy="561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21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4931-F27E-C646-5CC6-4C0CEBCB4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1A2E6A-7B56-839B-441C-4385CD8C3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Generic</a:t>
            </a:r>
            <a:r>
              <a:rPr lang="ja-JP" altLang="en-US" dirty="0"/>
              <a:t>（ジェネリクス）</a:t>
            </a:r>
            <a:r>
              <a:rPr lang="en-US" altLang="ja-JP" dirty="0"/>
              <a:t>4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9045821-13EA-9A2F-42EA-297717D8C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193" y="828871"/>
            <a:ext cx="9763128" cy="59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8360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C65D-AF5D-7E20-4390-EE7BD6386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FC94FA-BE53-F08F-3BAD-6C4609E3F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Generic</a:t>
            </a:r>
            <a:r>
              <a:rPr lang="ja-JP" altLang="en-US" dirty="0"/>
              <a:t>（ジェネリクス）</a:t>
            </a:r>
            <a:r>
              <a:rPr lang="en-US" altLang="ja-JP" dirty="0"/>
              <a:t>5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D0AAFAE-1CC3-0249-B069-D6B5CF9DD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280" y="943604"/>
            <a:ext cx="10650490" cy="576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858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F6D46-5D00-0D03-1394-9FF1DADE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FFFE58-F2D0-CE88-BD9A-8478D17E7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Generic</a:t>
            </a:r>
            <a:r>
              <a:rPr lang="ja-JP" altLang="en-US" dirty="0"/>
              <a:t>（ジェネリクス）</a:t>
            </a:r>
            <a:r>
              <a:rPr lang="en-US" altLang="ja-JP" dirty="0"/>
              <a:t>6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D22C725-E15F-F5AB-A9EA-129C65357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526" y="1108354"/>
            <a:ext cx="10793244" cy="509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788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5863-71C8-1EA7-595B-FA8934825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922196-F433-CAFF-099E-915C40AAE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en-US" altLang="ja-JP" dirty="0"/>
              <a:t>Generic</a:t>
            </a:r>
            <a:r>
              <a:rPr lang="ja-JP" altLang="en-US" dirty="0"/>
              <a:t>（ジェネリクス）より詳しい解説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DD8196CC-6670-E6A8-E3DF-CE00B630F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078" y="2122780"/>
            <a:ext cx="11689843" cy="261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3261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B69A1-3B3C-9ED6-94C5-0F21ECAA0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676698-4EA8-2824-612F-711ECE3A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en-US" altLang="ja-JP" dirty="0"/>
              <a:t>Generic</a:t>
            </a:r>
            <a:r>
              <a:rPr lang="ja-JP" altLang="en-US" dirty="0"/>
              <a:t>（ジェネリクス）より詳しい解説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DD58605-670D-1F22-AB86-ADD661703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361" y="912640"/>
            <a:ext cx="11651888" cy="523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398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B5A10-CC1D-7829-A8BF-59A53A88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ED3DE1-FC13-A963-9F16-ABC9CFE5C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en-US" altLang="ja-JP" dirty="0"/>
              <a:t>Generic</a:t>
            </a:r>
            <a:r>
              <a:rPr lang="ja-JP" altLang="en-US" dirty="0"/>
              <a:t>（ジェネリクス）より詳しい解説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E9163E05-4878-08B1-075B-E24D19127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770" y="1321305"/>
            <a:ext cx="11502460" cy="421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641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24C07-169D-06B8-2C6C-FF97A4B6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D049A-252D-8025-1FEC-BF7DCA5A6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en-US" altLang="ja-JP" dirty="0"/>
              <a:t>Generic</a:t>
            </a:r>
            <a:r>
              <a:rPr lang="ja-JP" altLang="en-US" dirty="0"/>
              <a:t>（ジェネリクス）より詳しい解説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80448684-8853-B6FF-37FD-E7BB25B69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716" y="686372"/>
            <a:ext cx="9422940" cy="615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01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878D-4433-14D3-222A-E45F983D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3E7DA9-8C46-31B1-3C80-8B68864E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en-US" altLang="ja-JP" dirty="0"/>
              <a:t>Generic</a:t>
            </a:r>
            <a:r>
              <a:rPr lang="ja-JP" altLang="en-US" dirty="0"/>
              <a:t>（ジェネリクス）より詳しい解説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295BDE9B-9629-F2A9-9C6D-5934A9F6CD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292" y="781933"/>
            <a:ext cx="11634938" cy="562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584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1A435-1932-DEEE-81F9-31F92E0C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2B77CE-4710-923C-C33F-FDAB98014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en-US" altLang="ja-JP" dirty="0"/>
              <a:t>Generic</a:t>
            </a:r>
            <a:r>
              <a:rPr lang="ja-JP" altLang="en-US" dirty="0"/>
              <a:t>（ジェネリクス）より詳しい解説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71E98DAC-531D-9E32-801C-A660C2C25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108" y="1152207"/>
            <a:ext cx="11598092" cy="394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076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28E05-D891-676A-CD6B-16F3C00F6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4AB8BA-F2C1-084F-F984-E3808B885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en-US" altLang="ja-JP" dirty="0"/>
              <a:t>Generic</a:t>
            </a:r>
            <a:r>
              <a:rPr lang="ja-JP" altLang="en-US" dirty="0"/>
              <a:t>（ジェネリクス）より詳しい解説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F82D5E75-C41B-6B1A-AF48-E60C44717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664" y="764417"/>
            <a:ext cx="11573575" cy="4309134"/>
          </a:xfrm>
          <a:prstGeom prst="rect">
            <a:avLst/>
          </a:prstGeom>
        </p:spPr>
      </p:pic>
      <p:pic>
        <p:nvPicPr>
          <p:cNvPr id="7" name="図 6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BFA58407-3A57-62CA-82ED-90C15FA6B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63" y="5073551"/>
            <a:ext cx="8110847" cy="179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42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24143-D04C-E5A9-38A7-000476FD4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B47202-1C3D-45C6-4A63-ED0730514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ja-JP" altLang="en-US" dirty="0"/>
              <a:t>脱線</a:t>
            </a:r>
            <a:r>
              <a:rPr lang="en-US" altLang="ja-JP" dirty="0"/>
              <a:t>:C++</a:t>
            </a:r>
            <a:r>
              <a:rPr lang="ja-JP" altLang="en-US" dirty="0"/>
              <a:t>のテンプレート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2144F28-AC97-A555-F8EA-595DE84A6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929" y="1733313"/>
            <a:ext cx="11977141" cy="30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883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C4CC6-3A64-B116-7E81-1D98B953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AB799C-417C-EC90-A74E-CC6BB1692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ja-JP" altLang="en-US" dirty="0"/>
              <a:t>脱線</a:t>
            </a:r>
            <a:r>
              <a:rPr lang="en-US" altLang="ja-JP" dirty="0"/>
              <a:t>:C++</a:t>
            </a:r>
            <a:r>
              <a:rPr lang="ja-JP" altLang="en-US" dirty="0"/>
              <a:t>のテンプレート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A8E468A-F181-CD3B-FDDD-17AC13481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302" y="847499"/>
            <a:ext cx="11337095" cy="57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833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8D7F3-0AEE-07FF-61FB-5303819DA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1273B6-1E80-4C8D-6AC1-72E7CAB35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ja-JP" altLang="en-US" dirty="0"/>
              <a:t>脱線</a:t>
            </a:r>
            <a:r>
              <a:rPr lang="en-US" altLang="ja-JP" dirty="0"/>
              <a:t>:C++</a:t>
            </a:r>
            <a:r>
              <a:rPr lang="ja-JP" altLang="en-US" dirty="0"/>
              <a:t>のテンプレート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AE6ADCB9-5AD9-E86D-23CD-10196930FB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19" y="848193"/>
            <a:ext cx="11433058" cy="403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1951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C3B56-FE9A-5435-229A-B7AC03A4B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AC12A-2976-0713-A445-1C0B2D780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ja-JP" altLang="en-US" dirty="0"/>
              <a:t>脱線</a:t>
            </a:r>
            <a:r>
              <a:rPr lang="en-US" altLang="ja-JP" dirty="0"/>
              <a:t>:C++</a:t>
            </a:r>
            <a:r>
              <a:rPr lang="ja-JP" altLang="en-US" dirty="0"/>
              <a:t>のテンプレート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F54317A9-FB5F-7BA1-4532-3BEB6D856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351" y="805465"/>
            <a:ext cx="11846760" cy="480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96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8CBA5-F0A0-92A3-E464-F30C5C40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B4ED86-73C4-AE3B-C9A0-5A1AB300B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ja-JP" altLang="en-US" dirty="0"/>
              <a:t>脱線</a:t>
            </a:r>
            <a:r>
              <a:rPr lang="en-US" altLang="ja-JP" dirty="0"/>
              <a:t>:C++</a:t>
            </a:r>
            <a:r>
              <a:rPr lang="ja-JP" altLang="en-US" dirty="0"/>
              <a:t>のテンプレート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9CE9F0A5-30ED-256C-7122-3F25870C0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762" y="1495155"/>
            <a:ext cx="11530566" cy="327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120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991C4-65D1-0885-FE6F-328897BB7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3A7B2B-13F5-748F-980B-23895A6D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ja-JP" altLang="en-US" dirty="0"/>
              <a:t>脱線</a:t>
            </a:r>
            <a:r>
              <a:rPr lang="en-US" altLang="ja-JP" dirty="0"/>
              <a:t>:C++</a:t>
            </a:r>
            <a:r>
              <a:rPr lang="ja-JP" altLang="en-US" dirty="0"/>
              <a:t>のテンプレート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3F6135F6-D4CC-7518-96DB-0083C74FA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842" y="799166"/>
            <a:ext cx="11407515" cy="597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756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99AF7-D005-42D3-DBF2-AEADCFA4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0A2E82-4049-7FFF-3BA3-F24F61A2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ja-JP" altLang="en-US" dirty="0"/>
              <a:t>脱線</a:t>
            </a:r>
            <a:r>
              <a:rPr lang="en-US" altLang="ja-JP" dirty="0"/>
              <a:t>:C++</a:t>
            </a:r>
            <a:r>
              <a:rPr lang="ja-JP" altLang="en-US" dirty="0"/>
              <a:t>のテンプレート</a:t>
            </a:r>
            <a:endParaRPr kumimoji="1" lang="ja-JP" altLang="en-US" dirty="0"/>
          </a:p>
        </p:txBody>
      </p:sp>
      <p:pic>
        <p:nvPicPr>
          <p:cNvPr id="5" name="コンテンツ プレースホルダー 4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FC6A7657-C5E6-5166-9086-302DC9402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027" y="1049311"/>
            <a:ext cx="11921945" cy="544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5445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18F34-0B36-3D9F-6011-38382EA4C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692770-4E88-BB75-0C05-0A4C2F83A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ja-JP" altLang="en-US" dirty="0"/>
              <a:t>脱線</a:t>
            </a:r>
            <a:r>
              <a:rPr lang="en-US" altLang="ja-JP" dirty="0"/>
              <a:t>:C++</a:t>
            </a:r>
            <a:r>
              <a:rPr lang="ja-JP" altLang="en-US" dirty="0"/>
              <a:t>のテンプレート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31BDE588-0491-87BC-E4A4-88C06F753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897" y="738088"/>
            <a:ext cx="10515600" cy="603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4047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ECDA9-64DB-5797-3292-595213828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46CC47-877F-17B7-2F9B-2705CEFB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9311"/>
          </a:xfrm>
        </p:spPr>
        <p:txBody>
          <a:bodyPr/>
          <a:lstStyle/>
          <a:p>
            <a:r>
              <a:rPr lang="ja-JP" altLang="en-US" dirty="0"/>
              <a:t>脱線</a:t>
            </a:r>
            <a:r>
              <a:rPr lang="en-US" altLang="ja-JP" dirty="0"/>
              <a:t>:C++</a:t>
            </a:r>
            <a:r>
              <a:rPr lang="ja-JP" altLang="en-US" dirty="0"/>
              <a:t>のテンプレート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A671276-1333-CBD4-CAFE-3A7C7B2E6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270" y="1256997"/>
            <a:ext cx="11893832" cy="387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205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6BA531-B529-E7FA-2397-389E79692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C++</a:t>
            </a:r>
            <a:r>
              <a:rPr lang="ja-JP" altLang="en-US" dirty="0"/>
              <a:t>のテンプレートで関数生成について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ADF9B64-4D65-A6D9-FEE8-F32B6C055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673" y="765683"/>
            <a:ext cx="11483635" cy="576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7741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86A7A-1B6F-5362-75DB-FEA2AC6A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A9AD7E-5DCE-B516-14FA-F2F66B102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C++</a:t>
            </a:r>
            <a:r>
              <a:rPr lang="ja-JP" altLang="en-US" dirty="0"/>
              <a:t>のテンプレートで関数生成について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0034330A-D654-DF5B-D3B2-7784419E4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095" y="741307"/>
            <a:ext cx="11362312" cy="604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690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1989A-02C0-523C-4E40-C4FF70F4C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B4D278-F771-9DD5-28EB-491C4571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C++</a:t>
            </a:r>
            <a:r>
              <a:rPr lang="ja-JP" altLang="en-US" dirty="0"/>
              <a:t>のテンプレートで関数生成について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865C929-318E-C06A-CB96-75C8BC0BD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858" y="774643"/>
            <a:ext cx="11072735" cy="410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678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A01C2-ACF7-78DF-2C64-E40775F1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91E3C0-2F71-6005-C41E-DA1199ED1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C++</a:t>
            </a:r>
            <a:r>
              <a:rPr lang="ja-JP" altLang="en-US" dirty="0"/>
              <a:t>のテンプレートで関数生成について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810B3554-59DE-049B-DB0D-6B20CA6F3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568" y="747054"/>
            <a:ext cx="10187615" cy="606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976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DD29-38E5-656C-50CD-91C0D433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327055-D85E-3B52-6A22-BA40A5398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C++</a:t>
            </a:r>
            <a:r>
              <a:rPr lang="ja-JP" altLang="en-US" dirty="0"/>
              <a:t>のテンプレートで関数生成について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69173B6E-3E52-73C2-2197-C7C819B31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766" y="929391"/>
            <a:ext cx="10259834" cy="264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3739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8997F-65A8-E997-D287-CDC97205F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9CA26F-F0A0-F0BE-6F10-282AF91D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C++</a:t>
            </a:r>
            <a:r>
              <a:rPr lang="ja-JP" altLang="en-US" dirty="0"/>
              <a:t>のテンプレートで関数生成について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6DC96F9-2725-0BF1-8A1B-5445B0541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29391"/>
            <a:ext cx="12192000" cy="57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731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629F2-43D7-4C73-CD4E-B76EC196A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022005-F525-30C9-1CA3-AFE5A169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C++</a:t>
            </a:r>
            <a:r>
              <a:rPr lang="ja-JP" altLang="en-US" dirty="0"/>
              <a:t>のテンプレートで関数生成について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44D3D3DA-97CF-C53D-4FC8-61547F780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824" y="2354067"/>
            <a:ext cx="11456352" cy="248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31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2A338-2F38-2E1B-4154-D386FB2A4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84F0B8-BDCB-79D2-9507-AF7542A88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29390"/>
          </a:xfrm>
        </p:spPr>
        <p:txBody>
          <a:bodyPr/>
          <a:lstStyle/>
          <a:p>
            <a:r>
              <a:rPr kumimoji="1" lang="en-US" altLang="ja-JP" dirty="0"/>
              <a:t>C++</a:t>
            </a:r>
            <a:r>
              <a:rPr lang="ja-JP" altLang="en-US" dirty="0"/>
              <a:t>のテンプレートで関数生成について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957EEF9-1D5F-3FCE-5985-55C7FEDF4B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407" y="1216364"/>
            <a:ext cx="11270970" cy="461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453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5B7A-D477-6FC2-66A9-5377E7A7D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E9C7B3-AEFC-9444-947E-B88EEBB48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Overload</a:t>
            </a:r>
            <a:r>
              <a:rPr lang="ja-JP" altLang="en-US" dirty="0"/>
              <a:t>（オーバーロード）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ED1F668-647C-459E-6AB0-577A43E8F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177" y="1476102"/>
            <a:ext cx="11755602" cy="330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87723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B098A-AC6E-3A70-4F22-897AB8142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985255-FD86-5921-C88D-A73AEE57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Overload</a:t>
            </a:r>
            <a:r>
              <a:rPr lang="ja-JP" altLang="en-US" dirty="0"/>
              <a:t>（オーバーロード）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455655A-78B0-F140-C7F4-9713B4C17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911" y="1006926"/>
            <a:ext cx="10258086" cy="553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886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C5844-3ECE-D212-6FFA-82CC3F28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F35319-EBDD-82B6-21BD-0C6A0527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Overload</a:t>
            </a:r>
            <a:r>
              <a:rPr lang="ja-JP" altLang="en-US" dirty="0"/>
              <a:t>（オーバーロード）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3955F65-733A-094E-AA17-B9D201964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756" y="2332036"/>
            <a:ext cx="11190693" cy="216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00807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E01E-3600-7C18-49C9-C2E6ECFA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8D4C35-7B8D-2808-3C65-D342C628D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Overload</a:t>
            </a:r>
            <a:r>
              <a:rPr lang="ja-JP" altLang="en-US" dirty="0"/>
              <a:t>（オーバーロード）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1F2B4B2-3865-8398-162E-C2D084DC26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824" y="1325563"/>
            <a:ext cx="11333591" cy="432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0077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74CE-E088-C378-4C19-3DE2BC72A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F12B30-6304-77AB-50FA-18D7E2CA4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Overload</a:t>
            </a:r>
            <a:r>
              <a:rPr lang="ja-JP" altLang="en-US" dirty="0"/>
              <a:t>（オーバーロード）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AB2551A-4459-52F3-1031-5880BDEE9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08" y="1024302"/>
            <a:ext cx="10407492" cy="577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9919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E5AE-94D1-98DB-8174-2BEE34CB6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627C6A-521F-A39D-839C-9B1E24B81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Overload</a:t>
            </a:r>
            <a:r>
              <a:rPr lang="ja-JP" altLang="en-US" dirty="0"/>
              <a:t>（オーバーロード）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32C105F-D0DA-2B06-1E38-4B705ED37A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207" y="1161585"/>
            <a:ext cx="11693226" cy="401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6492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80563-4ECC-5C2C-C6C6-86587614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CC4E1F-12A5-C03F-1F42-BF18C10B2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Overload</a:t>
            </a:r>
            <a:r>
              <a:rPr lang="ja-JP" altLang="en-US" dirty="0"/>
              <a:t>（オーバーロード）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BB0DFCB-5E35-D0A8-56FB-D39781E64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977" y="919512"/>
            <a:ext cx="9732305" cy="574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9356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6DC62-D6A1-A7A6-4575-B4D99F616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C31048-6E88-D082-3052-BC4DAA17E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Overload</a:t>
            </a:r>
            <a:r>
              <a:rPr lang="ja-JP" altLang="en-US" dirty="0"/>
              <a:t>（オーバーロード）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B0EC4B0-3640-CBF3-31D5-57438D2B18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733" y="942344"/>
            <a:ext cx="10719696" cy="567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711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44DE3-F7C7-C711-5E2E-7F634894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962721-2EF0-2006-DDE6-ACF6911BC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79A5F50-460B-6EC3-C2C5-EA67EBDCF3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874" y="1869201"/>
            <a:ext cx="11562489" cy="318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7133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C56DE-B5A7-6DDA-411D-FF864C99C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FCCE64-28E5-DF10-C0CA-C6A6E2FA5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2DA84A7-4833-0923-61AD-6A8937CED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302" y="1325563"/>
            <a:ext cx="11395536" cy="423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3528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10BE4-0D8B-AD30-0C06-7A4B1523D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EC1CB3-9440-7F10-E08F-639C9486D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9" name="コンテンツ プレースホルダー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88FA3EA-AA3B-D4B6-E516-231134674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29" y="953689"/>
            <a:ext cx="11729501" cy="561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4498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CDBDE-EDB9-8E07-90E0-D6F07977B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AD1518-85FD-D25D-1C71-E40962A1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B7FA254-A543-5CCA-8F1F-55FFDDD8C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25862"/>
            <a:ext cx="12018411" cy="321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23514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AE28-DBDD-6308-7C9E-665F290CA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0D3231-8685-11BA-988C-62A0190AF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A59478E3-86CE-C0AA-1EB1-C80FE99DD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18821"/>
            <a:ext cx="11833595" cy="293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34681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584C9-4D05-01EF-C99E-0517F72E7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0B1DCA-29CC-EBC4-3121-3596805F3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578308"/>
          </a:xfrm>
        </p:spPr>
        <p:txBody>
          <a:bodyPr>
            <a:normAutofit/>
          </a:bodyPr>
          <a:lstStyle/>
          <a:p>
            <a:r>
              <a:rPr lang="en-US" altLang="ja-JP" dirty="0"/>
              <a:t>10</a:t>
            </a:r>
            <a:r>
              <a:rPr lang="ja-JP" altLang="en-US" dirty="0"/>
              <a:t>年後も</a:t>
            </a:r>
            <a:br>
              <a:rPr lang="en-US" altLang="ja-JP" dirty="0"/>
            </a:br>
            <a:r>
              <a:rPr lang="ja-JP" altLang="en-US" dirty="0"/>
              <a:t>修正し</a:t>
            </a:r>
            <a:br>
              <a:rPr lang="en-US" altLang="ja-JP" dirty="0"/>
            </a:br>
            <a:r>
              <a:rPr lang="ja-JP" altLang="en-US" dirty="0"/>
              <a:t>やすい</a:t>
            </a:r>
            <a:br>
              <a:rPr lang="en-US" altLang="ja-JP" dirty="0"/>
            </a:br>
            <a:r>
              <a:rPr lang="ja-JP" altLang="en-US" dirty="0"/>
              <a:t>コード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E50E35C-1C78-7039-6CEE-9B8DCB2F5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8035" y="0"/>
            <a:ext cx="9434214" cy="684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254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CCA14-7B96-4530-2AE8-E82288649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846DCA-F9DE-E7D9-FAB7-2994CE64C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74361"/>
          </a:xfrm>
        </p:spPr>
        <p:txBody>
          <a:bodyPr>
            <a:normAutofit/>
          </a:bodyPr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7" name="コンテンツ プレースホルダー 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321F2AFB-F886-A8E1-A23F-BF5F5ACCD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486" y="750416"/>
            <a:ext cx="10289114" cy="598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499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70ACC-FE94-2620-41F2-D258EAE2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575D6E-8E39-40F0-1C59-8EABCB43B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74361"/>
          </a:xfrm>
        </p:spPr>
        <p:txBody>
          <a:bodyPr>
            <a:normAutofit/>
          </a:bodyPr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6" name="コンテンツ プレースホルダー 5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2FCE854-16C0-F93F-571C-09DC3A9D2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176" y="666046"/>
            <a:ext cx="11465141" cy="6036813"/>
          </a:xfrm>
          <a:prstGeom prst="rect">
            <a:avLst/>
          </a:prstGeom>
        </p:spPr>
      </p:pic>
      <p:sp>
        <p:nvSpPr>
          <p:cNvPr id="3" name="コンテンツ プレースホルダー 3">
            <a:extLst>
              <a:ext uri="{FF2B5EF4-FFF2-40B4-BE49-F238E27FC236}">
                <a16:creationId xmlns:a16="http://schemas.microsoft.com/office/drawing/2014/main" id="{3728692A-5113-4C0E-F276-7A8007405234}"/>
              </a:ext>
            </a:extLst>
          </p:cNvPr>
          <p:cNvSpPr txBox="1">
            <a:spLocks/>
          </p:cNvSpPr>
          <p:nvPr/>
        </p:nvSpPr>
        <p:spPr>
          <a:xfrm>
            <a:off x="838200" y="184061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4882350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9C52D-D8A4-D2A2-4CFD-09B3F12F2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CC1250-9A57-1F79-9CE3-50099B43C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74361"/>
          </a:xfrm>
        </p:spPr>
        <p:txBody>
          <a:bodyPr>
            <a:normAutofit/>
          </a:bodyPr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60EC7F9-8D03-E2E8-2746-EE408F928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385" y="706706"/>
            <a:ext cx="10945248" cy="609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9782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E1DCB-41C4-F816-B401-0615CC0D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373201-BF9D-4162-4276-CA53A4EB2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74361"/>
          </a:xfrm>
        </p:spPr>
        <p:txBody>
          <a:bodyPr>
            <a:normAutofit/>
          </a:bodyPr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03797FE-64B5-A2EC-E98E-ED4141072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750" y="974360"/>
            <a:ext cx="11342558" cy="53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9607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CD083-0FD6-AA8D-69EF-112BF8FE7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FBC271-8855-A306-0177-1EF09E1D0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716C795-AF21-83FA-DAA7-75CAE2507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911" y="1543345"/>
            <a:ext cx="11042614" cy="424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4574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25D43-2EE3-257E-6619-FD576FD0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58103F-D1AB-4C34-4D24-8E051E2AE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7" name="コンテンツ プレースホルダー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D53E018-6ACD-C019-4C8A-1DB7EC642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664" y="977088"/>
            <a:ext cx="10811038" cy="575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24665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D670E-1437-D966-7249-172EC1B6B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E868A2-F09E-FF18-54EC-5D9343FFA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C3D88EC-8ACF-5477-7CD5-3CE858EB9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721" y="1028642"/>
            <a:ext cx="10594716" cy="516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8332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A05D-BCF1-5980-B009-CD8A15645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DD06E8-68B2-DFC3-1187-CA3259AF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698230"/>
          </a:xfrm>
        </p:spPr>
        <p:txBody>
          <a:bodyPr>
            <a:normAutofit/>
          </a:bodyPr>
          <a:lstStyle/>
          <a:p>
            <a:r>
              <a:rPr lang="en-US" altLang="ja-JP" dirty="0"/>
              <a:t>10</a:t>
            </a:r>
            <a:r>
              <a:rPr lang="ja-JP" altLang="en-US" dirty="0"/>
              <a:t>年後も</a:t>
            </a:r>
            <a:br>
              <a:rPr lang="en-US" altLang="ja-JP" dirty="0"/>
            </a:br>
            <a:r>
              <a:rPr lang="ja-JP" altLang="en-US" dirty="0"/>
              <a:t>修正し</a:t>
            </a:r>
            <a:br>
              <a:rPr lang="en-US" altLang="ja-JP" dirty="0"/>
            </a:br>
            <a:r>
              <a:rPr lang="ja-JP" altLang="en-US" dirty="0"/>
              <a:t>やすい</a:t>
            </a:r>
            <a:br>
              <a:rPr lang="en-US" altLang="ja-JP" dirty="0"/>
            </a:br>
            <a:r>
              <a:rPr lang="ja-JP" altLang="en-US" dirty="0"/>
              <a:t>コード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7D16A95-9557-01F0-2197-6A805491F3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7704" y="0"/>
            <a:ext cx="8380204" cy="669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0559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3B9A-0EEB-0745-024E-24D5D4E5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C065D6-B4D0-8919-79FC-2E03C05D6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7" name="コンテンツ プレースホルダー 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60FF0D9F-A201-69D3-8921-9F145E49E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670" y="957894"/>
            <a:ext cx="11129894" cy="561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0104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8CCF-EC29-427C-3E45-C1B7BD11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FAB68E-482F-807E-EA32-855FEC12D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CA03624-6563-1EC7-1D4E-DF8B4D6FE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158" y="1537882"/>
            <a:ext cx="11705684" cy="456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99277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6550D-FA2C-47B1-502D-680E16328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22F7E4-D6D6-E67A-C68D-A7B3C7B9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68A01B7-D6FA-BF35-BE82-146A09DAD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41" y="1495154"/>
            <a:ext cx="11919602" cy="346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098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ADA3-BBF5-CDD0-D3EB-C7C2F3CC8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8E7254-78AC-8213-BD7A-2EF17133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800EE94B-77D1-5C56-F83A-710B42828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726" y="1011690"/>
            <a:ext cx="11016837" cy="553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9096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47F8F-39B0-4730-7B71-F1841F5F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CB5BD7-64C1-97B4-BDB0-A9EBAF9F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947EA16B-11FD-16CD-EF97-85E04A13F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096" y="1597842"/>
            <a:ext cx="11253319" cy="445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3346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0B119-7497-0306-3EAE-8C02BB8FB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BF6256-82F8-0617-216A-9BC152E07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27A02AC1-E621-74EC-E45C-44ED3F60B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750" y="1325563"/>
            <a:ext cx="11384287" cy="410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65640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27652-E8C8-D3B5-2E74-DDB70D739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C276C9-A87A-7540-6FE5-AD9E9BC0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809E6EA-D408-ED12-3A7D-BA39F6AF5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180" y="1475818"/>
            <a:ext cx="11289871" cy="426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4814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0D5F8-255B-3015-BFC3-1A08178B2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943BE7-4684-E908-C47D-7C7972484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5EE2E4E-8377-AE46-6BFF-D89091B92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41" y="1366785"/>
            <a:ext cx="11662783" cy="423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077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5D5FB-D2A4-4ECF-E6B6-C14DB8839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DB55C5-F42C-B558-E1FC-E4D700EE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5369CF7-3413-FE50-288D-317B3A847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8342" y="977512"/>
            <a:ext cx="8565599" cy="580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0876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BD380-6872-2110-0EDC-EDADF7E01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C56B62-7242-87EA-47CE-098D91D08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B7BB768-FEBA-B9BA-4A27-744D978C01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267" y="1325563"/>
            <a:ext cx="10046334" cy="400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7372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EFC4A-C172-53DF-68F6-835DAFB0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D1FEA5-0D2A-AF77-C675-A0A7D8B47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25868F9-19D0-2459-9EE8-7E6D7E168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591" y="1325563"/>
            <a:ext cx="11333509" cy="404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4028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55F06-213C-274F-2314-E58F38A3B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0E83C6-4332-75DE-FD8B-83E87F2FB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039C02D-EDD6-76B3-9E5B-42FC73C6A5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182" y="942486"/>
            <a:ext cx="9363581" cy="586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39323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C5026-7613-1C94-C903-1553D97B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68EEEA-AAB2-BCD1-BAF9-140A24D8F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F2D128A-E063-8ED2-9657-25AA25ABF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943" y="1055740"/>
            <a:ext cx="10144053" cy="490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5754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88B1D-1A62-DC0E-E1EB-EA89F7436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5F4774-2045-6ACE-D3C9-C57EF5997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11" name="コンテンツ プレースホルダー 10">
            <a:extLst>
              <a:ext uri="{FF2B5EF4-FFF2-40B4-BE49-F238E27FC236}">
                <a16:creationId xmlns:a16="http://schemas.microsoft.com/office/drawing/2014/main" id="{B486CAB0-8201-B6E9-C60B-FAA400DD3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259" y="1031054"/>
            <a:ext cx="10257214" cy="331635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5DD8D1C3-50A2-9E31-9D6F-529C7BAEB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71" y="4347406"/>
            <a:ext cx="9323258" cy="251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6992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FE8F5-347C-01EE-C1BE-2F9FBC96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7745C3-AEFF-D744-04B8-F887EC38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6" name="コンテンツ プレースホルダー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D91FA7E-50B2-9EEC-FB5B-3321735D7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434" y="1205854"/>
            <a:ext cx="11107061" cy="411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1542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357C7-9DA4-648D-785F-4B884193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6F156D-FBC9-DF8D-B776-0FFB4705B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ACDEE2D-30EB-C5BA-42D5-096C9832E9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805" y="988575"/>
            <a:ext cx="10743936" cy="595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3746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7412B-BA83-A835-1DF7-A0B462B65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BE7DE4-9ED1-DC32-EF33-CABB1FCA9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2ED984A-ABEE-E63B-FF1A-1A92E03B0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273" y="952572"/>
            <a:ext cx="9745057" cy="566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8073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B49F5-A4CD-9870-54CE-C3F3C904F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2E13E8-092B-C40E-94BC-983E452DA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D4D9E07-4CC6-F4D1-CEF8-32E5FA31D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224" y="992077"/>
            <a:ext cx="9894960" cy="572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4111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FADC-D69A-AE2D-E08A-659AD8584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257B88-A1A9-A176-3952-780767E65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10</a:t>
            </a:r>
            <a:r>
              <a:rPr lang="ja-JP" altLang="en-US" dirty="0"/>
              <a:t>年後も修正しやすいコード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220C22A-5BD3-C01A-B616-8AC798EF23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219" y="963358"/>
            <a:ext cx="10288767" cy="566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91135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60D06-0F9A-8367-3DD5-B69876246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D4241B-EE20-3936-FB2B-ACB64D824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FA06312-5E08-1D57-4BF6-8FA6993FF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525" y="1325563"/>
            <a:ext cx="11543591" cy="381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1447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89317-0FA0-3DDE-8061-F2F6229CE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95C19A-BCF9-2C08-D3B0-B2895F02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AB41FE3-271A-E227-FBA7-2BB8FA2B0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164" y="1325562"/>
            <a:ext cx="11488344" cy="39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182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ADCB7-22D0-1585-9A4E-61642DB73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58F7DE-9AE6-4CA5-67C9-D75BBAA62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098623"/>
          </a:xfrm>
        </p:spPr>
        <p:txBody>
          <a:bodyPr>
            <a:normAutofit/>
          </a:bodyPr>
          <a:lstStyle/>
          <a:p>
            <a:r>
              <a:rPr lang="en-US" altLang="ja-JP" dirty="0"/>
              <a:t>SOLID</a:t>
            </a:r>
            <a:br>
              <a:rPr lang="en-US" altLang="ja-JP" dirty="0"/>
            </a:br>
            <a:r>
              <a:rPr lang="ja-JP" altLang="en-US" dirty="0"/>
              <a:t>（ソリッド）</a:t>
            </a:r>
            <a:br>
              <a:rPr lang="en-US" altLang="ja-JP" dirty="0"/>
            </a:br>
            <a:r>
              <a:rPr lang="ja-JP" altLang="en-US" dirty="0"/>
              <a:t>原則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012B04B-E4C6-560B-FA76-26B7345E6B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5286" y="131736"/>
            <a:ext cx="8771914" cy="654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7126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544F-6063-D98E-8648-287B70B28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AF599C-4F0D-5BC9-E6F8-5E93252E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570F225-397D-DDFD-2BE6-24B59B44E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432" y="876704"/>
            <a:ext cx="8373813" cy="598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22990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488EE-46B5-0C03-642C-3B07BA98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D38000-979D-2F7F-6293-0BA7FE470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AB4FC07-5170-F7FC-A1A8-621D59F5C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516" y="1212161"/>
            <a:ext cx="11484049" cy="43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5501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3AAB9-32EC-4EC9-BCEA-25E26585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7F007A-9C2A-BB3B-889C-8B0039EC0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D59AFA9-C383-FC96-EA3A-B1D8642C1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292" y="1010153"/>
            <a:ext cx="9403364" cy="579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13745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008E9-E3DB-73FA-CE2F-8BBB9EBD2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F9ECA-2904-31DD-36A2-50FE250CD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5167418-2CFE-BE2B-66FF-134F3D5CB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617" y="866254"/>
            <a:ext cx="8421698" cy="580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920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114DF-5BD6-84CB-275A-B2EB3D6A1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1AE4AF-53E9-44FA-8BD0-37E52EFC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157CB35-68BF-C2F4-FAF8-191B5419E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845" y="1325563"/>
            <a:ext cx="10383528" cy="494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8905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5C978-E0AE-1234-D4FB-0A6029000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67E6C7-95F5-B9AB-450E-F9944E82C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49EC4A3-B0B4-3C9B-572D-9BD11E8AF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769" y="836011"/>
            <a:ext cx="10515600" cy="548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26099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BB6FA-EF9B-5C3B-29E5-4BB6BBCF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3371DF-BAEB-B400-5FFD-B8CC7C3B1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A72F9B8-3726-1C9B-9DFF-4F2FDA816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118" y="2097833"/>
            <a:ext cx="11234256" cy="236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65060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B215F-B23E-EBF9-8E3F-14743E3FB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0587FB-FE50-0C31-8F54-46AAA8D3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CE5F6BC-872E-8280-7B1F-7A5F73F6D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664" y="913064"/>
            <a:ext cx="10947909" cy="578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74111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A7345-84DA-CE19-9A1A-59EC85A79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2E4AB1-E21C-91B1-C0FE-00BA8D247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7A2885B-2FCE-7DF3-ED3A-183526504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874" y="887571"/>
            <a:ext cx="9579742" cy="590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6167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576A3-2CA9-B11C-7D2B-4F2C9DC65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4470D4-987D-F742-01DB-44F4E344C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7" name="コンテンツ プレースホルダー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5E15F2D-AD26-DD1E-89B5-04D87A15F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335" y="899617"/>
            <a:ext cx="10028888" cy="586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51968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93583-63E7-55E8-A73E-F04F6EA97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122C72-3674-1BB0-D19F-26C6603AB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779E5A3-E3C4-5ADF-F7F8-553CEAF1C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250" y="923014"/>
            <a:ext cx="9365258" cy="599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4266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3A444-959E-9D2B-2E96-4DE1E01F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A3D94A-A053-9A8D-4393-03BBF8240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EAD83DE-6F00-A020-89EF-27F0A3593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382" y="933660"/>
            <a:ext cx="10030218" cy="577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29036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236A1-9236-8B37-F269-DCE88826D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2FC273-2D94-D3F4-CB28-D52F62FC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B448C6A-7604-65E9-E8B3-DE2FA93E9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546" y="902561"/>
            <a:ext cx="9342002" cy="583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1535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12ABA-A659-8551-98C7-951D22537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1E13FA-018A-B33D-CA4C-ABE70AD8E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（ソリッド）原則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AFAA523-1245-B809-8294-E801F949BB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589" y="1089584"/>
            <a:ext cx="9832614" cy="541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05677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9ED0A-1243-2F60-5F03-F16400F5B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ED09E0-9D46-9FCC-42B1-D0C409DBF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と</a:t>
            </a:r>
            <a:r>
              <a:rPr lang="en-US" altLang="ja-JP" dirty="0"/>
              <a:t>__</a:t>
            </a:r>
            <a:r>
              <a:rPr lang="en-US" altLang="ja-JP" dirty="0" err="1"/>
              <a:t>init</a:t>
            </a:r>
            <a:r>
              <a:rPr lang="en-US" altLang="ja-JP" dirty="0"/>
              <a:t>__</a:t>
            </a:r>
            <a:endParaRPr kumimoji="1" lang="ja-JP" altLang="en-US" dirty="0"/>
          </a:p>
        </p:txBody>
      </p:sp>
      <p:pic>
        <p:nvPicPr>
          <p:cNvPr id="7" name="コンテンツ プレースホルダー 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0BABEE3E-F42A-41EB-943B-042674DDB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437" y="996141"/>
            <a:ext cx="10821265" cy="570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7063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C8902-BB71-23E6-E5A0-F8AB8C4C5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9EDBCD-A42B-2609-9B26-B689507BC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と</a:t>
            </a:r>
            <a:r>
              <a:rPr lang="en-US" altLang="ja-JP" dirty="0"/>
              <a:t>__</a:t>
            </a:r>
            <a:r>
              <a:rPr lang="en-US" altLang="ja-JP" dirty="0" err="1"/>
              <a:t>init</a:t>
            </a:r>
            <a:r>
              <a:rPr lang="en-US" altLang="ja-JP" dirty="0"/>
              <a:t>__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44920DE-A6C1-57A6-EC13-B1E1EE2FA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789" y="1076972"/>
            <a:ext cx="11284559" cy="528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6485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85DDA-22CE-304E-5407-84470841B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7AA713-72AE-4587-3EE5-F0ADBE1EC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/>
              <a:t>SOLID</a:t>
            </a:r>
            <a:r>
              <a:rPr lang="ja-JP" altLang="en-US" dirty="0"/>
              <a:t>と</a:t>
            </a:r>
            <a:r>
              <a:rPr lang="en-US" altLang="ja-JP" dirty="0"/>
              <a:t>__</a:t>
            </a:r>
            <a:r>
              <a:rPr lang="en-US" altLang="ja-JP" dirty="0" err="1"/>
              <a:t>init</a:t>
            </a:r>
            <a:r>
              <a:rPr lang="en-US" altLang="ja-JP" dirty="0"/>
              <a:t>__</a:t>
            </a:r>
            <a:endParaRPr kumimoji="1" lang="ja-JP" altLang="en-US" dirty="0"/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9869475E-FF75-2B54-73F1-755E0F57E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826" y="1371313"/>
            <a:ext cx="10854748" cy="335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0325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2E4BF-DEE3-D265-DDF2-F945E041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648E41-9462-5169-10F9-27803BB67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依存注入（</a:t>
            </a:r>
            <a:r>
              <a:rPr lang="en-US" altLang="ja-JP" dirty="0"/>
              <a:t>Dependency Injection: DI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FC0AAAB-EE04-CFCF-C07E-D8931B94B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721" y="1325563"/>
            <a:ext cx="11708558" cy="364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74001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758CF-0B7C-0584-C507-3D91D3040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61927E-2836-45A2-7ECD-1208CE7A1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依存注入（</a:t>
            </a:r>
            <a:r>
              <a:rPr lang="en-US" altLang="ja-JP" dirty="0"/>
              <a:t>Dependency Injection: DI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E24A16B9-7AE2-3A87-79F4-187F90CD4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75" y="1831655"/>
            <a:ext cx="11475449" cy="293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0502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8DB41-48CC-C36E-45AB-387D1D86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36663-C065-81D2-73B9-88177F103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依存注入（</a:t>
            </a:r>
            <a:r>
              <a:rPr lang="en-US" altLang="ja-JP" dirty="0"/>
              <a:t>Dependency Injection: DI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BCDBD07-774E-A9C8-C5F7-BDE2C10C9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675" y="1325562"/>
            <a:ext cx="10885563" cy="474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2228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85002-FF20-2B09-E322-02E401F0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E2A342-92DC-04CB-B366-B609B2AC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依存注入（</a:t>
            </a:r>
            <a:r>
              <a:rPr lang="en-US" altLang="ja-JP" dirty="0"/>
              <a:t>Dependency Injection: DI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1C8D84A-A29F-781E-50CE-2D7CC090F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979" y="1671255"/>
            <a:ext cx="11224896" cy="351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3131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A2686-AD51-47AC-6DD0-706528E07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7838AE-6D77-82B9-E6AC-8F51503A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依存注入（</a:t>
            </a:r>
            <a:r>
              <a:rPr lang="en-US" altLang="ja-JP" dirty="0"/>
              <a:t>Dependency Injection: DI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42B2996-1D75-302E-5F5C-30AAC64FDB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402" y="1693381"/>
            <a:ext cx="10991282" cy="296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5759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2BFE3-E682-0AEE-9858-1842F627F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9C195D-544E-2878-F79B-906D2A56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依存注入（</a:t>
            </a:r>
            <a:r>
              <a:rPr lang="en-US" altLang="ja-JP" dirty="0"/>
              <a:t>Dependency Injection: DI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3301EDB-4572-ADB5-9836-31D4C23C3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226" y="1016156"/>
            <a:ext cx="7264620" cy="574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4198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F0397-A8CF-7812-7F5B-C2256045D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CF0C28-0A48-2696-3621-935057796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依存注入（</a:t>
            </a:r>
            <a:r>
              <a:rPr lang="en-US" altLang="ja-JP" dirty="0"/>
              <a:t>Dependency Injection: DI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BD0D13B-2990-F122-C19D-D6609FD674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750256"/>
            <a:ext cx="11716795" cy="229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0819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F0A74-45FF-F210-1422-132A70E88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1C7AC5-87F6-6C4E-1D0F-8F7341B1D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依存注入（</a:t>
            </a:r>
            <a:r>
              <a:rPr lang="en-US" altLang="ja-JP" dirty="0"/>
              <a:t>Dependency Injection: DI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4F5989F-CDE8-C8F1-2BDA-A41620730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693" y="1325562"/>
            <a:ext cx="11191342" cy="375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4971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1EE9E-5A92-6C11-B777-E1EA0BE2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DAFDC8-0467-EA9B-0C1E-E0651CAA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依存注入（</a:t>
            </a:r>
            <a:r>
              <a:rPr lang="en-US" altLang="ja-JP" dirty="0"/>
              <a:t>Dependency Injection: DI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CA98925-EAAD-A8E8-2AFD-CEA6FEF63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904" y="1202491"/>
            <a:ext cx="10917401" cy="437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9283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85D7-FE37-2521-D689-193581B64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6A9239-67E6-FFB7-A813-F9C19A2E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依存注入（</a:t>
            </a:r>
            <a:r>
              <a:rPr lang="en-US" altLang="ja-JP" dirty="0"/>
              <a:t>Dependency Injection: DI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6415E43-D8F6-2BD4-B563-8467452DC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958" y="1116062"/>
            <a:ext cx="9979642" cy="511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8531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C36D-F360-FED7-FDAA-F7D07C51C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E23C5F-041D-590A-1334-2BEB47A18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依存注入（</a:t>
            </a:r>
            <a:r>
              <a:rPr lang="en-US" altLang="ja-JP" dirty="0"/>
              <a:t>Dependency Injection: DI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5EFBC8A-6D06-6785-AD59-238E8729F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161" y="954384"/>
            <a:ext cx="9590111" cy="328803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C5D8D00-62C7-6534-2E7E-DBFE6AA99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60" y="4069244"/>
            <a:ext cx="10129758" cy="246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1535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F14A6-B81B-F747-7F03-B67B54144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306AED-1521-89F8-9F8E-4499CFDF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モダンなパッケージ管理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92CC06A-06ED-49A3-CB85-DCF7D4D9A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332" y="1835762"/>
            <a:ext cx="11262008" cy="318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1732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3D4C-05C8-6547-E914-4D78FC552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DA3C8E-1970-193E-D21A-5037FF406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モダンなパッケージ管理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E298D60-37CB-BFB6-60F1-8F2FCA64F3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96" y="1069825"/>
            <a:ext cx="10131504" cy="518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7925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4B7B4-C257-2A28-885E-EE0D1F127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88AA64-3362-EFF4-FCEC-73D32CB32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モダンなパッケージ管理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C4C56BC-2C79-650B-78BC-D5C6069D6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869" y="1077256"/>
            <a:ext cx="10331911" cy="537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643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D820D-5E7A-BF40-D7B9-EDACF894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9CF91B-F7E9-07DB-5F7D-0D21C43EA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モダンなパッケージ管理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A6E9FBD-E962-F161-DD53-39F184EDC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855" y="1500052"/>
            <a:ext cx="11173810" cy="332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45224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7F746-6F59-80F3-E226-6FCB7A928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93FF21-C853-787F-2AFC-31781EFB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モダンなパッケージ管理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539A053-6F53-FBCC-FB74-1304817F7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796" y="1325563"/>
            <a:ext cx="11482460" cy="389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99206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A1938-1161-83E9-F55B-F773B99F1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B0FF4D-FF89-8F5C-51F3-7C5E1444E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モダンなパッケージ管理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1CF81B2-F2F8-79AC-8CE0-12DA37CD3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292" y="1205642"/>
            <a:ext cx="9728108" cy="545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0993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061CC-45A2-08A6-982B-FF537BAC7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633940-9971-C58B-3142-115E152A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モダンなパッケージ管理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EB8CF4B-4F43-BA44-2CBC-A1C5BB576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571" y="915166"/>
            <a:ext cx="8931350" cy="580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58664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B9F9A-6FF3-2A89-82B0-25BE4913E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D194D5-A1E6-1FE2-3714-17E97A7F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モダンなパッケージ管理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0BBAE8C-4BCE-F71C-3D63-60D026744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167" y="942769"/>
            <a:ext cx="9820143" cy="591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0474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19CAB-1861-1D4F-EDC0-950DE7EF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4790CF-7AF4-CB3F-98B7-9CD7CE5D1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 err="1"/>
              <a:t>PyPI</a:t>
            </a:r>
            <a:r>
              <a:rPr lang="ja-JP" altLang="en-US" dirty="0"/>
              <a:t>（パイパイ）への公開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2FE50C9-EDA8-7192-B495-E487AAEB7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447" y="1325562"/>
            <a:ext cx="11191330" cy="285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2252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A4B53-64D4-5734-4A9D-7F04A5FAF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98CA2A-D4FC-E6EB-A27B-6EF7273E6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 err="1"/>
              <a:t>PyPI</a:t>
            </a:r>
            <a:r>
              <a:rPr lang="ja-JP" altLang="en-US" dirty="0"/>
              <a:t>（パイパイ）への公開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D3EC94E-E77C-20C7-7BF9-EA0E5F929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559" y="1325563"/>
            <a:ext cx="11435720" cy="385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76594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45E99-A186-E8F9-315F-1182887CF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847486-C0F8-6934-3A39-A2F9FF36B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 err="1"/>
              <a:t>PyPI</a:t>
            </a:r>
            <a:r>
              <a:rPr lang="ja-JP" altLang="en-US" dirty="0"/>
              <a:t>（パイパイ）への公開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7D3E818-4884-F988-07CB-0DE49343B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999" y="1434345"/>
            <a:ext cx="11795379" cy="286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95047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09E0F-75BC-5719-3DE5-4E8EB9D4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197C9E-8D2A-0394-66C8-AEEED8E6D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 err="1"/>
              <a:t>PyPI</a:t>
            </a:r>
            <a:r>
              <a:rPr lang="ja-JP" altLang="en-US" dirty="0"/>
              <a:t>（パイパイ）への公開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F00E782-FB2A-955A-1E40-10729D7AA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848" y="1464324"/>
            <a:ext cx="10990391" cy="309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5318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B9377-68E4-0C82-95CB-A954B86D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7D9A7E-D31B-1110-CBCE-412E6707A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 err="1"/>
              <a:t>PyPI</a:t>
            </a:r>
            <a:r>
              <a:rPr lang="ja-JP" altLang="en-US" dirty="0"/>
              <a:t>（パイパイ）への公開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301FFDD-7FCF-DA4C-3F4E-490D2AAC1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556" y="1325563"/>
            <a:ext cx="11219885" cy="441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2007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A01B3-B9C0-338F-382E-A606BD11E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0B5386-DBD2-0676-B8E2-97D6A9518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 err="1"/>
              <a:t>PyPI</a:t>
            </a:r>
            <a:r>
              <a:rPr lang="ja-JP" altLang="en-US" dirty="0"/>
              <a:t>（パイパイ）への公開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1EC7562-35A0-8B8C-6DA6-47F636C82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463" y="917969"/>
            <a:ext cx="10515600" cy="582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414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28E8A-5E64-04FA-15AF-59D89C4A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B25F5F-B97F-ABCE-C1C5-3AD38500A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 err="1"/>
              <a:t>PyPI</a:t>
            </a:r>
            <a:r>
              <a:rPr lang="ja-JP" altLang="en-US" dirty="0"/>
              <a:t>（パイパイ）への公開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71068EA-962C-DE4A-3296-332243127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509" y="1009580"/>
            <a:ext cx="11346103" cy="37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2850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7A011-E082-ADE7-AB75-14EE4061D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01BFE5-4F70-9450-64E2-8AF7949FE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 err="1"/>
              <a:t>PyPI</a:t>
            </a:r>
            <a:r>
              <a:rPr lang="ja-JP" altLang="en-US" dirty="0"/>
              <a:t>（パイパイ）への公開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1FB70FF-58F3-2BD7-20FE-04614DA8B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499" y="1325562"/>
            <a:ext cx="11293753" cy="344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3784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F74D2-1A64-5848-7E85-B9639389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49E799-593E-448C-0589-CEF8E7E5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 err="1"/>
              <a:t>PyPI</a:t>
            </a:r>
            <a:r>
              <a:rPr lang="ja-JP" altLang="en-US" dirty="0"/>
              <a:t>（パイパイ）への公開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176FD16-1CC6-ECB0-B29A-D2488ED24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945" y="1708030"/>
            <a:ext cx="11147542" cy="344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56467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165BD-CF93-9EC4-6B51-AA0009E49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6D7E21-DE76-6824-E4D1-3BB024091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dirty="0" err="1"/>
              <a:t>PyPI</a:t>
            </a:r>
            <a:r>
              <a:rPr lang="ja-JP" altLang="en-US" dirty="0"/>
              <a:t>（パイパイ）への公開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3CD4F85-3157-0713-636B-831B4FFAF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352" y="1325563"/>
            <a:ext cx="11039620" cy="432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4401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52B4-5322-ECC1-D9B6-907A4D93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8216CA-BE44-912A-9776-03EB52F47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49115"/>
          </a:xfrm>
        </p:spPr>
        <p:txBody>
          <a:bodyPr/>
          <a:lstStyle/>
          <a:p>
            <a:r>
              <a:rPr lang="ja-JP" altLang="en-US" dirty="0"/>
              <a:t>セマンティックバージョニング（</a:t>
            </a:r>
            <a:r>
              <a:rPr lang="en-US" altLang="ja-JP" dirty="0"/>
              <a:t>Semantic Versioning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D0FC441-1903-E7C3-0B11-D4690A1D0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069" y="1349115"/>
            <a:ext cx="11535062" cy="36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63559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69461-5B78-7883-FA02-870E7E127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AB4E81-486C-5A51-6096-C1606D453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49115"/>
          </a:xfrm>
        </p:spPr>
        <p:txBody>
          <a:bodyPr/>
          <a:lstStyle/>
          <a:p>
            <a:r>
              <a:rPr lang="ja-JP" altLang="en-US" dirty="0"/>
              <a:t>セマンティックバージョニング（</a:t>
            </a:r>
            <a:r>
              <a:rPr lang="en-US" altLang="ja-JP" dirty="0"/>
              <a:t>Semantic Versioning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0394896-A40C-7515-DA32-4A322BB79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349115"/>
            <a:ext cx="11047751" cy="530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7075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C016E-4BD2-8CC1-15A2-674E7BD19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179A4A-3F31-7192-3CE4-DCC7300B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49115"/>
          </a:xfrm>
        </p:spPr>
        <p:txBody>
          <a:bodyPr/>
          <a:lstStyle/>
          <a:p>
            <a:r>
              <a:rPr lang="ja-JP" altLang="en-US" dirty="0"/>
              <a:t>セマンティックバージョニング（</a:t>
            </a:r>
            <a:r>
              <a:rPr lang="en-US" altLang="ja-JP" dirty="0"/>
              <a:t>Semantic Versioning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4343D44-0C36-FDC7-255D-64A0F3326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595" y="1349115"/>
            <a:ext cx="11489868" cy="397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3807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D99C-4C69-7A8C-5AE3-3060FFC5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866CF4-DDFD-93DE-82E3-D612E2191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49115"/>
          </a:xfrm>
        </p:spPr>
        <p:txBody>
          <a:bodyPr/>
          <a:lstStyle/>
          <a:p>
            <a:r>
              <a:rPr lang="ja-JP" altLang="en-US" dirty="0"/>
              <a:t>セマンティックバージョニング（</a:t>
            </a:r>
            <a:r>
              <a:rPr lang="en-US" altLang="ja-JP" dirty="0"/>
              <a:t>Semantic Versioning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408D925-A339-2DB0-3E05-10398CD68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493" y="1517987"/>
            <a:ext cx="11612775" cy="408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5650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ADE06-788C-07D0-1202-B10AA8698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3ECF1E-83E3-8158-737A-085FB55F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49115"/>
          </a:xfrm>
        </p:spPr>
        <p:txBody>
          <a:bodyPr/>
          <a:lstStyle/>
          <a:p>
            <a:r>
              <a:rPr lang="ja-JP" altLang="en-US" dirty="0"/>
              <a:t>セマンティックバージョニング（</a:t>
            </a:r>
            <a:r>
              <a:rPr lang="en-US" altLang="ja-JP" dirty="0"/>
              <a:t>Semantic Versioning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E8A7DAD-E74A-DA29-9828-EEF8FB177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785" y="1349115"/>
            <a:ext cx="10806975" cy="519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81515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DB8B7-FF3A-1D0A-B363-45C101273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C2DD38-73BF-C4FE-7310-91912E0E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49115"/>
          </a:xfrm>
        </p:spPr>
        <p:txBody>
          <a:bodyPr/>
          <a:lstStyle/>
          <a:p>
            <a:r>
              <a:rPr lang="ja-JP" altLang="en-US" dirty="0"/>
              <a:t>セマンティックバージョニング（</a:t>
            </a:r>
            <a:r>
              <a:rPr lang="en-US" altLang="ja-JP" dirty="0"/>
              <a:t>Semantic Versioning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D696E51-5C72-E0A6-4BC1-BD4D69D39B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081" y="1552527"/>
            <a:ext cx="10870982" cy="330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60669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35557-D38D-F247-6D5E-A18046622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04B186-EE9F-A282-E8FC-CC8622D85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49115"/>
          </a:xfrm>
        </p:spPr>
        <p:txBody>
          <a:bodyPr/>
          <a:lstStyle/>
          <a:p>
            <a:r>
              <a:rPr lang="ja-JP" altLang="en-US" dirty="0"/>
              <a:t>セマンティックバージョニング（</a:t>
            </a:r>
            <a:r>
              <a:rPr lang="en-US" altLang="ja-JP" dirty="0"/>
              <a:t>Semantic Versioning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7372759-A4CC-2922-705A-4743D35EF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049" y="1715937"/>
            <a:ext cx="10769776" cy="315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1449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37777-D1BA-4223-8408-316806BB7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07EB-E020-F427-E6ED-72B464E83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49115"/>
          </a:xfrm>
        </p:spPr>
        <p:txBody>
          <a:bodyPr/>
          <a:lstStyle/>
          <a:p>
            <a:r>
              <a:rPr lang="ja-JP" altLang="en-US" dirty="0"/>
              <a:t>セマンティックバージョニング（</a:t>
            </a:r>
            <a:r>
              <a:rPr lang="en-US" altLang="ja-JP" dirty="0"/>
              <a:t>Semantic Versioning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8EFB1D3-BB9E-FD9A-1315-503C3FE8A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289" y="1783962"/>
            <a:ext cx="11412942" cy="329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56253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A2A8B-0DB4-CC17-D7E8-E6AE0730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1B5DC2-BBFF-2AF7-52EB-B509C562B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49115"/>
          </a:xfrm>
        </p:spPr>
        <p:txBody>
          <a:bodyPr/>
          <a:lstStyle/>
          <a:p>
            <a:r>
              <a:rPr lang="ja-JP" altLang="en-US" dirty="0"/>
              <a:t>セマンティックバージョニング（</a:t>
            </a:r>
            <a:r>
              <a:rPr lang="en-US" altLang="ja-JP" dirty="0"/>
              <a:t>Semantic Versioning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322D532-4138-28A1-6490-2C2D0F2FF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354" y="1502855"/>
            <a:ext cx="10246245" cy="342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1101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C0389-F0AC-BB00-D443-86EEAB91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E5265E-163C-5FED-C143-409E28974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49115"/>
          </a:xfrm>
        </p:spPr>
        <p:txBody>
          <a:bodyPr/>
          <a:lstStyle/>
          <a:p>
            <a:r>
              <a:rPr lang="ja-JP" altLang="en-US" dirty="0"/>
              <a:t>セマンティックバージョニング（</a:t>
            </a:r>
            <a:r>
              <a:rPr lang="en-US" altLang="ja-JP" dirty="0"/>
              <a:t>Semantic Versioning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2A2BF80-722C-EEDE-9A23-6AFFCD6B1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183" y="1496690"/>
            <a:ext cx="11227633" cy="357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30432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9DB965-6D7E-7155-7A7E-877FFA9AF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9744" y="-29980"/>
            <a:ext cx="13221325" cy="884419"/>
          </a:xfrm>
        </p:spPr>
        <p:txBody>
          <a:bodyPr/>
          <a:lstStyle/>
          <a:p>
            <a:r>
              <a:rPr lang="ja-JP" altLang="en-US" dirty="0"/>
              <a:t>「</a:t>
            </a:r>
            <a:r>
              <a:rPr lang="en-US" altLang="ja-JP" dirty="0"/>
              <a:t>^1.0.0</a:t>
            </a:r>
            <a:r>
              <a:rPr lang="ja-JP" altLang="en-US" dirty="0"/>
              <a:t>（キャレット）」や「</a:t>
            </a:r>
            <a:r>
              <a:rPr lang="en-US" altLang="ja-JP" dirty="0"/>
              <a:t>~1.0.0</a:t>
            </a:r>
            <a:r>
              <a:rPr lang="ja-JP" altLang="en-US" dirty="0"/>
              <a:t>（チルダ）」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30448E4-8975-3AA4-CF4E-D24937D75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637" y="2045518"/>
            <a:ext cx="11220725" cy="276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25971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5F440-C8F0-153D-A2B1-309DF1949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593A17-0416-6B71-A392-0233A4932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9744" y="-29980"/>
            <a:ext cx="13221325" cy="884419"/>
          </a:xfrm>
        </p:spPr>
        <p:txBody>
          <a:bodyPr/>
          <a:lstStyle/>
          <a:p>
            <a:r>
              <a:rPr lang="ja-JP" altLang="en-US" dirty="0"/>
              <a:t>「</a:t>
            </a:r>
            <a:r>
              <a:rPr lang="en-US" altLang="ja-JP" dirty="0"/>
              <a:t>^1.0.0</a:t>
            </a:r>
            <a:r>
              <a:rPr lang="ja-JP" altLang="en-US" dirty="0"/>
              <a:t>（キャレット）」や「</a:t>
            </a:r>
            <a:r>
              <a:rPr lang="en-US" altLang="ja-JP" dirty="0"/>
              <a:t>~1.0.0</a:t>
            </a:r>
            <a:r>
              <a:rPr lang="ja-JP" altLang="en-US" dirty="0"/>
              <a:t>（チルダ）」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BF198E1-DBE9-3F56-BCD3-BB0F75EEF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200" y="854439"/>
            <a:ext cx="9404348" cy="561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75303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BC955-33AA-E8FA-787E-3389B947B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8FADC-83C5-32F6-DC00-B8EC3233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9744" y="-29980"/>
            <a:ext cx="13221325" cy="884419"/>
          </a:xfrm>
        </p:spPr>
        <p:txBody>
          <a:bodyPr/>
          <a:lstStyle/>
          <a:p>
            <a:r>
              <a:rPr lang="ja-JP" altLang="en-US" dirty="0"/>
              <a:t>「</a:t>
            </a:r>
            <a:r>
              <a:rPr lang="en-US" altLang="ja-JP" dirty="0"/>
              <a:t>^1.0.0</a:t>
            </a:r>
            <a:r>
              <a:rPr lang="ja-JP" altLang="en-US" dirty="0"/>
              <a:t>（キャレット）」や「</a:t>
            </a:r>
            <a:r>
              <a:rPr lang="en-US" altLang="ja-JP" dirty="0"/>
              <a:t>~1.0.0</a:t>
            </a:r>
            <a:r>
              <a:rPr lang="ja-JP" altLang="en-US" dirty="0"/>
              <a:t>（チルダ）」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F9830BF-2D77-7FE2-9222-BDF69AC619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505" y="671382"/>
            <a:ext cx="9508818" cy="618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391144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B99E4-6382-6155-3A67-700E57E9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B419E3-9D26-0F5F-1359-04464A417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9744" y="-29980"/>
            <a:ext cx="13221325" cy="884419"/>
          </a:xfrm>
        </p:spPr>
        <p:txBody>
          <a:bodyPr/>
          <a:lstStyle/>
          <a:p>
            <a:r>
              <a:rPr lang="ja-JP" altLang="en-US" dirty="0"/>
              <a:t>「</a:t>
            </a:r>
            <a:r>
              <a:rPr lang="en-US" altLang="ja-JP" dirty="0"/>
              <a:t>^1.0.0</a:t>
            </a:r>
            <a:r>
              <a:rPr lang="ja-JP" altLang="en-US" dirty="0"/>
              <a:t>（キャレット）」や「</a:t>
            </a:r>
            <a:r>
              <a:rPr lang="en-US" altLang="ja-JP" dirty="0"/>
              <a:t>~1.0.0</a:t>
            </a:r>
            <a:r>
              <a:rPr lang="ja-JP" altLang="en-US" dirty="0"/>
              <a:t>（チルダ）」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DDDE17A-8E39-4E48-5A76-B3A3EF2764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703" y="817731"/>
            <a:ext cx="9285786" cy="604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57254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1CF7F-D510-DCA1-9793-E9685FD86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E1F24D-6033-A307-3058-DBFADE5DF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9744" y="-29980"/>
            <a:ext cx="13221325" cy="884419"/>
          </a:xfrm>
        </p:spPr>
        <p:txBody>
          <a:bodyPr/>
          <a:lstStyle/>
          <a:p>
            <a:r>
              <a:rPr lang="ja-JP" altLang="en-US" dirty="0"/>
              <a:t>「</a:t>
            </a:r>
            <a:r>
              <a:rPr lang="en-US" altLang="ja-JP" dirty="0"/>
              <a:t>^1.0.0</a:t>
            </a:r>
            <a:r>
              <a:rPr lang="ja-JP" altLang="en-US" dirty="0"/>
              <a:t>（キャレット）」や「</a:t>
            </a:r>
            <a:r>
              <a:rPr lang="en-US" altLang="ja-JP" dirty="0"/>
              <a:t>~1.0.0</a:t>
            </a:r>
            <a:r>
              <a:rPr lang="ja-JP" altLang="en-US" dirty="0"/>
              <a:t>（チルダ）」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E5F99D5-B012-5FB5-8931-2A8F00147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254" y="1082154"/>
            <a:ext cx="9445254" cy="424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27411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AE72A-1498-2EEA-B2B9-3C91D9876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A3D502-6E76-86C8-12F7-FD4C0F772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9744" y="-29980"/>
            <a:ext cx="13221325" cy="884419"/>
          </a:xfrm>
        </p:spPr>
        <p:txBody>
          <a:bodyPr/>
          <a:lstStyle/>
          <a:p>
            <a:r>
              <a:rPr lang="ja-JP" altLang="en-US" dirty="0"/>
              <a:t>「</a:t>
            </a:r>
            <a:r>
              <a:rPr lang="en-US" altLang="ja-JP" dirty="0"/>
              <a:t>^1.0.0</a:t>
            </a:r>
            <a:r>
              <a:rPr lang="ja-JP" altLang="en-US" dirty="0"/>
              <a:t>（キャレット）」や「</a:t>
            </a:r>
            <a:r>
              <a:rPr lang="en-US" altLang="ja-JP" dirty="0"/>
              <a:t>~1.0.0</a:t>
            </a:r>
            <a:r>
              <a:rPr lang="ja-JP" altLang="en-US" dirty="0"/>
              <a:t>（チルダ）」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4420C6B-D76D-2D90-FD56-1FBB8C270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842" y="1717897"/>
            <a:ext cx="11184354" cy="301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2173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9AE70-6511-0777-7ADE-3F0ED8827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6C283D-50F8-4588-321E-EF9F1E068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en-US" altLang="ja-JP" dirty="0"/>
              <a:t>Mock(</a:t>
            </a:r>
            <a:r>
              <a:rPr lang="ja-JP" altLang="en-US" dirty="0"/>
              <a:t>モック</a:t>
            </a:r>
            <a:r>
              <a:rPr lang="en-US" altLang="ja-JP" dirty="0"/>
              <a:t>)</a:t>
            </a:r>
            <a:r>
              <a:rPr lang="ja-JP" altLang="en-US" dirty="0"/>
              <a:t>と</a:t>
            </a:r>
            <a:r>
              <a:rPr lang="en-US" altLang="ja-JP" dirty="0"/>
              <a:t>Patch(</a:t>
            </a:r>
            <a:r>
              <a:rPr lang="ja-JP" altLang="en-US" dirty="0"/>
              <a:t>パッチ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E66B3D8-4611-6266-BCBE-E213174673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707" y="1809845"/>
            <a:ext cx="10970948" cy="312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4252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B1B46-314C-C512-01BC-8FC6FD18C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97A3F5-4236-7C07-D4F3-E89B0FBAA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en-US" altLang="ja-JP" dirty="0"/>
              <a:t>Mock(</a:t>
            </a:r>
            <a:r>
              <a:rPr lang="ja-JP" altLang="en-US" dirty="0"/>
              <a:t>モック</a:t>
            </a:r>
            <a:r>
              <a:rPr lang="en-US" altLang="ja-JP" dirty="0"/>
              <a:t>)</a:t>
            </a:r>
            <a:r>
              <a:rPr lang="ja-JP" altLang="en-US" dirty="0"/>
              <a:t>と</a:t>
            </a:r>
            <a:r>
              <a:rPr lang="en-US" altLang="ja-JP" dirty="0"/>
              <a:t>Patch(</a:t>
            </a:r>
            <a:r>
              <a:rPr lang="ja-JP" altLang="en-US" dirty="0"/>
              <a:t>パッチ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3246E47-1BD2-AE77-270C-0F7E85FBF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06660"/>
            <a:ext cx="11953629" cy="293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33353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862CB-C658-939C-A485-D7B6AB289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DB8BC4-A108-772A-EDFB-394A664B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en-US" altLang="ja-JP" dirty="0"/>
              <a:t>Mock(</a:t>
            </a:r>
            <a:r>
              <a:rPr lang="ja-JP" altLang="en-US" dirty="0"/>
              <a:t>モック</a:t>
            </a:r>
            <a:r>
              <a:rPr lang="en-US" altLang="ja-JP" dirty="0"/>
              <a:t>)</a:t>
            </a:r>
            <a:r>
              <a:rPr lang="ja-JP" altLang="en-US" dirty="0"/>
              <a:t>と</a:t>
            </a:r>
            <a:r>
              <a:rPr lang="en-US" altLang="ja-JP" dirty="0"/>
              <a:t>Patch(</a:t>
            </a:r>
            <a:r>
              <a:rPr lang="ja-JP" altLang="en-US" dirty="0"/>
              <a:t>パッチ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52FD895-A731-1B37-2D48-5C96F7BB8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350" y="1226806"/>
            <a:ext cx="12019300" cy="440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3586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9C6FC-C928-7959-1B8D-387EE789B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655493-83FF-AF88-CDD3-F2EED64E8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en-US" altLang="ja-JP" dirty="0"/>
              <a:t>Mock(</a:t>
            </a:r>
            <a:r>
              <a:rPr lang="ja-JP" altLang="en-US" dirty="0"/>
              <a:t>モック</a:t>
            </a:r>
            <a:r>
              <a:rPr lang="en-US" altLang="ja-JP" dirty="0"/>
              <a:t>)</a:t>
            </a:r>
            <a:r>
              <a:rPr lang="ja-JP" altLang="en-US" dirty="0"/>
              <a:t>と</a:t>
            </a:r>
            <a:r>
              <a:rPr lang="en-US" altLang="ja-JP" dirty="0"/>
              <a:t>Patch(</a:t>
            </a:r>
            <a:r>
              <a:rPr lang="ja-JP" altLang="en-US" dirty="0"/>
              <a:t>パッチ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9BC5FC7-C724-A596-092A-62AF4CF98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868" y="1544739"/>
            <a:ext cx="11272034" cy="290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10680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3EAB5-BCDE-4B3D-6E31-B2B32CCC2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CCC770-B62D-1BA4-5FF3-77E738E7F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en-US" altLang="ja-JP" dirty="0"/>
              <a:t>Mock(</a:t>
            </a:r>
            <a:r>
              <a:rPr lang="ja-JP" altLang="en-US" dirty="0"/>
              <a:t>モック</a:t>
            </a:r>
            <a:r>
              <a:rPr lang="en-US" altLang="ja-JP" dirty="0"/>
              <a:t>)</a:t>
            </a:r>
            <a:r>
              <a:rPr lang="ja-JP" altLang="en-US" dirty="0"/>
              <a:t>と</a:t>
            </a:r>
            <a:r>
              <a:rPr lang="en-US" altLang="ja-JP" dirty="0"/>
              <a:t>Patch(</a:t>
            </a:r>
            <a:r>
              <a:rPr lang="ja-JP" altLang="en-US" dirty="0"/>
              <a:t>パッチ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69AB92E-7AC2-E3E7-C9D7-2B2FAB2BB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252" y="1004825"/>
            <a:ext cx="10626675" cy="554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04746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DF573-E86C-DDAE-8F65-3F2F7ED38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FBE241-3B6D-E24B-3573-F26F4E4A8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2533337"/>
          </a:xfrm>
        </p:spPr>
        <p:txBody>
          <a:bodyPr>
            <a:normAutofit/>
          </a:bodyPr>
          <a:lstStyle/>
          <a:p>
            <a:r>
              <a:rPr lang="en-US" altLang="ja-JP" dirty="0"/>
              <a:t>Mock</a:t>
            </a:r>
            <a:br>
              <a:rPr lang="en-US" altLang="ja-JP" dirty="0"/>
            </a:br>
            <a:r>
              <a:rPr lang="en-US" altLang="ja-JP" dirty="0"/>
              <a:t>(</a:t>
            </a:r>
            <a:r>
              <a:rPr lang="ja-JP" altLang="en-US" dirty="0"/>
              <a:t>モック</a:t>
            </a:r>
            <a:r>
              <a:rPr lang="en-US" altLang="ja-JP" dirty="0"/>
              <a:t>)</a:t>
            </a:r>
            <a:r>
              <a:rPr lang="ja-JP" altLang="en-US" dirty="0"/>
              <a:t>と</a:t>
            </a:r>
            <a:br>
              <a:rPr lang="en-US" altLang="ja-JP" dirty="0"/>
            </a:br>
            <a:r>
              <a:rPr lang="en-US" altLang="ja-JP" dirty="0"/>
              <a:t>Patch</a:t>
            </a:r>
            <a:br>
              <a:rPr lang="en-US" altLang="ja-JP" dirty="0"/>
            </a:br>
            <a:r>
              <a:rPr lang="en-US" altLang="ja-JP" dirty="0"/>
              <a:t>(</a:t>
            </a:r>
            <a:r>
              <a:rPr lang="ja-JP" altLang="en-US" dirty="0"/>
              <a:t>パッチ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56489C5-2B35-B59D-21A3-0A3A2540A5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7674" y="0"/>
            <a:ext cx="8699465" cy="686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7795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4DE9A-9097-6931-5F9B-64FBDCCB8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931425-D01E-9ECE-41B3-71F855632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en-US" altLang="ja-JP" dirty="0"/>
              <a:t>Mock(</a:t>
            </a:r>
            <a:r>
              <a:rPr lang="ja-JP" altLang="en-US" dirty="0"/>
              <a:t>モック</a:t>
            </a:r>
            <a:r>
              <a:rPr lang="en-US" altLang="ja-JP" dirty="0"/>
              <a:t>)</a:t>
            </a:r>
            <a:r>
              <a:rPr lang="ja-JP" altLang="en-US" dirty="0"/>
              <a:t>と</a:t>
            </a:r>
            <a:r>
              <a:rPr lang="en-US" altLang="ja-JP" dirty="0"/>
              <a:t>Patch(</a:t>
            </a:r>
            <a:r>
              <a:rPr lang="ja-JP" altLang="en-US" dirty="0"/>
              <a:t>パッチ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D075625-93D0-4022-7D0D-8D4FF8237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756" y="1459844"/>
            <a:ext cx="11258381" cy="345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115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A91A3-E34C-7F8A-59F4-8B8491649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437D05-91FE-0B86-23AF-C74FA1DFA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en-US" altLang="ja-JP" dirty="0"/>
              <a:t>Mock(</a:t>
            </a:r>
            <a:r>
              <a:rPr lang="ja-JP" altLang="en-US" dirty="0"/>
              <a:t>モック</a:t>
            </a:r>
            <a:r>
              <a:rPr lang="en-US" altLang="ja-JP" dirty="0"/>
              <a:t>)</a:t>
            </a:r>
            <a:r>
              <a:rPr lang="ja-JP" altLang="en-US" dirty="0"/>
              <a:t>と</a:t>
            </a:r>
            <a:r>
              <a:rPr lang="en-US" altLang="ja-JP" dirty="0"/>
              <a:t>Patch(</a:t>
            </a:r>
            <a:r>
              <a:rPr lang="ja-JP" altLang="en-US" dirty="0"/>
              <a:t>パッチ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166023E-7FDA-DD40-C4CD-5B7AA11191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664" y="1114795"/>
            <a:ext cx="10960234" cy="429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28221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1A0A4-9DDF-D3CC-3E00-9D15F6FF3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C1638D-2F35-8E06-38F6-51ACD7D77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en-US" altLang="ja-JP" dirty="0"/>
              <a:t>Mock(</a:t>
            </a:r>
            <a:r>
              <a:rPr lang="ja-JP" altLang="en-US" dirty="0"/>
              <a:t>モック</a:t>
            </a:r>
            <a:r>
              <a:rPr lang="en-US" altLang="ja-JP" dirty="0"/>
              <a:t>)</a:t>
            </a:r>
            <a:r>
              <a:rPr lang="ja-JP" altLang="en-US" dirty="0"/>
              <a:t>と</a:t>
            </a:r>
            <a:r>
              <a:rPr lang="en-US" altLang="ja-JP" dirty="0"/>
              <a:t>Patch(</a:t>
            </a:r>
            <a:r>
              <a:rPr lang="ja-JP" altLang="en-US" dirty="0"/>
              <a:t>パッチ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F6C8FCC-6CBA-6060-8E00-4137C3182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338" y="1016170"/>
            <a:ext cx="11308785" cy="485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4603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9C6A2-40EC-6035-DABE-02F529E93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3DE56E-DB8E-C74B-CB97-927DBFD7C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ja-JP" altLang="en-US" dirty="0"/>
              <a:t>プロパティベーステスト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2EDF3BB-4839-45E9-A35F-BD1172353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298" y="1631459"/>
            <a:ext cx="11398960" cy="327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62088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ADAEE-9F8F-8C35-4C01-1FA1919A8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4211A5-9DDC-07EA-E24D-F9BEA73F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ja-JP" altLang="en-US" dirty="0"/>
              <a:t>プロパティベーステスト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116ABE8-E296-8CE8-9053-384261E6F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700" y="854439"/>
            <a:ext cx="10873941" cy="546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26490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4B7B-08CE-1675-A180-B9A07C98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A89712-DBCE-4E88-0335-580BF6788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ja-JP" altLang="en-US" dirty="0"/>
              <a:t>プロパティベーステスト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34A5EB6-3746-D3D7-09BC-DA1AFA444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5780"/>
            <a:ext cx="11797259" cy="50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29367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7FB5-85DF-B38A-C300-B10C20FF5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CD51ED-3C9A-8433-9151-9E409E77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ja-JP" altLang="en-US" dirty="0"/>
              <a:t>プロパティベーステスト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5BCB25B-F4A8-699D-8D53-692480476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019" y="1064301"/>
            <a:ext cx="11799961" cy="392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731801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54A30-82AE-478E-9295-48925181F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5EDBFA-32AE-49C7-8002-1EF8635A5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ja-JP" altLang="en-US" dirty="0"/>
              <a:t>プロパティベーステスト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6357758-32D9-0C96-A2B1-886D8DCFE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321" y="1094617"/>
            <a:ext cx="9534227" cy="428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01180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D5F9D-82B1-1AF4-5B52-CA1392A1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B4A615-25E2-F145-DE04-92FB0D85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ja-JP" altLang="en-US" dirty="0"/>
              <a:t>プロパティベーステスト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C5E515F-E948-FB3D-5320-3090B4F35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178" y="854439"/>
            <a:ext cx="10610664" cy="551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66823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B33F6-CB22-D865-882C-37E5824DB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2FD837-495F-8D53-F981-716DC48A3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ja-JP" altLang="en-US" dirty="0"/>
              <a:t>プロパティベーステスト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455FE13-660A-69FB-D7AF-C9453DD7E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771" y="1510259"/>
            <a:ext cx="11496457" cy="383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95018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655F7-BBAD-C8C4-7A69-A8E668882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F7A7E8-53FD-647A-3509-F2908A988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ja-JP" altLang="en-US" dirty="0"/>
              <a:t>プロパティベーステスト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99640B6-D669-2751-AC56-1B6B8F0CB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046" y="854438"/>
            <a:ext cx="11362633" cy="538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06659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AA7BD-6734-4BD7-2A64-E91724EA9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03ECCC-A413-EE93-24B7-4AB99C15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980"/>
            <a:ext cx="12831581" cy="884419"/>
          </a:xfrm>
        </p:spPr>
        <p:txBody>
          <a:bodyPr/>
          <a:lstStyle/>
          <a:p>
            <a:r>
              <a:rPr lang="ja-JP" altLang="en-US" dirty="0"/>
              <a:t>プロパティベーステスト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D752680-54BA-0F81-83D0-6F4F4577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799" y="740606"/>
            <a:ext cx="11194617" cy="580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42003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ECE57-7EC4-59D3-BAD4-0766F73F2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CD647D-AA67-5425-7429-DE5C5FFFA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CI/CD</a:t>
            </a:r>
            <a:r>
              <a:rPr lang="ja-JP" altLang="en-US" dirty="0"/>
              <a:t>（シーアイ・シーディー）パイプライン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82FDA37-050E-CA63-9A73-98AA8BFCF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848" y="2010775"/>
            <a:ext cx="11268304" cy="283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591201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05A13-F6E8-CC50-C28F-CC2187C70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7EFD3B-268E-10BA-CD96-7A5B305EE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CI/CD</a:t>
            </a:r>
            <a:r>
              <a:rPr lang="ja-JP" altLang="en-US" dirty="0"/>
              <a:t>（シーアイ・シーディー）パイプライン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3D208EC-7582-A961-C2E6-F2C31CD84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71" y="1201382"/>
            <a:ext cx="11913257" cy="407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81770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3186A-1154-9825-80FD-6853889E6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9585B0-B5AB-3062-BA0C-50F025AD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CI/CD</a:t>
            </a:r>
            <a:r>
              <a:rPr lang="ja-JP" altLang="en-US" dirty="0"/>
              <a:t>（シーアイ・シーディー）パイプライン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B9457B5-3284-2F71-859F-E407BA9DD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243" y="1049312"/>
            <a:ext cx="11464256" cy="428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11252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9083E-2C12-6D23-6BC2-EC4E73EA3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F94E99-04D5-A288-95B3-6ABECE87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CI/CD</a:t>
            </a:r>
            <a:r>
              <a:rPr lang="ja-JP" altLang="en-US" dirty="0"/>
              <a:t>（シーアイ・シーディー）パイプライン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56F8244-0815-8EE3-C131-8BD3A5F4D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905" y="1875897"/>
            <a:ext cx="11222190" cy="302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0253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AC9C0-D50E-534B-9117-7932CD679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BC28CD-EF7E-FC7D-935D-A8167520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CI/CD</a:t>
            </a:r>
            <a:r>
              <a:rPr lang="ja-JP" altLang="en-US" dirty="0"/>
              <a:t>（シーアイ・シーディー）パイプライン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B2D8C81-08FD-50D0-3DF3-D5AF31B57C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961" y="1893969"/>
            <a:ext cx="10615084" cy="289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044175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72D67-93C6-6F6F-7D54-2B2851CD7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F66841-F113-1236-0208-C2215DB94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CI/CD</a:t>
            </a:r>
            <a:r>
              <a:rPr lang="ja-JP" altLang="en-US" dirty="0"/>
              <a:t>（シーアイ・シーディー）パイプライン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B3AEF7B-3047-BC0F-4638-78ABC4A6B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887" y="1894135"/>
            <a:ext cx="11444054" cy="248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6773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BB4C-5517-8295-1094-4DE2EAB67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2458C6-15A9-B656-D828-AE525140D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CI/CD</a:t>
            </a:r>
            <a:r>
              <a:rPr lang="ja-JP" altLang="en-US" dirty="0"/>
              <a:t>（シーアイ・シーディー）パイプライン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24C44D5-753D-02AD-82CF-9D1EA6027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444" y="1724479"/>
            <a:ext cx="11703570" cy="256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27765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3384B-B64B-C036-5EF5-86C2DE5D5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8D8E18-BC11-2A8D-0AFD-08920032E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CI/CD</a:t>
            </a:r>
            <a:r>
              <a:rPr lang="ja-JP" altLang="en-US" dirty="0"/>
              <a:t>（シーアイ・シーディー）パイプライン</a:t>
            </a:r>
            <a:endParaRPr kumimoji="1" lang="ja-JP" altLang="en-US" dirty="0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46A15B39-1F07-2854-FE37-835F5C326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501" y="715532"/>
            <a:ext cx="10876462" cy="601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12713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4B352-589D-12B0-6FAB-3CA688C3F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5749B1-D7B7-64BF-FA88-72CC8587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CI/CD</a:t>
            </a:r>
            <a:r>
              <a:rPr lang="ja-JP" altLang="en-US" dirty="0"/>
              <a:t>（シーアイ・シーディー）パイプライン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BD035B7-7DB8-AF22-1B7C-113F4FB09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6305" y="744330"/>
            <a:ext cx="9331938" cy="626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47274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682C0-2A7A-7B6C-649D-4E8996E9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60DB5C-BDE6-2F49-E3A7-12C22CEC4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CI/CD</a:t>
            </a:r>
            <a:r>
              <a:rPr lang="ja-JP" altLang="en-US" dirty="0"/>
              <a:t>（シーアイ・シーディー）パイプライン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F6FFCD0-CB56-7761-829F-D7ABD3DCD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501" y="884420"/>
            <a:ext cx="11319301" cy="536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211318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75F3A-D35E-163C-027F-73F741EE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74E75B-0DE2-E3AE-59BF-E24855E7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JIT</a:t>
            </a:r>
            <a:r>
              <a:rPr lang="ja-JP" altLang="en-US" dirty="0"/>
              <a:t>コンパイラ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73F9145-E5EE-7650-CF59-BF80530AE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048" y="1670266"/>
            <a:ext cx="11257904" cy="315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12903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04711-5468-4A7A-EAB1-8137382E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573128-0D5E-23A5-9B5A-E3F12EC7B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JIT</a:t>
            </a:r>
            <a:r>
              <a:rPr lang="ja-JP" altLang="en-US" dirty="0"/>
              <a:t>コンパイラ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82D8FA3-4860-D09B-4DDD-6E79F76FD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384" y="1085098"/>
            <a:ext cx="11257991" cy="516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90584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4E71D-D3AC-6637-15F9-084360590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68E66E-710B-DFB3-AC9D-0BB5B3783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JIT</a:t>
            </a:r>
            <a:r>
              <a:rPr lang="ja-JP" altLang="en-US" dirty="0"/>
              <a:t>コンパイラ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D60DC02-4848-E9FA-F93D-B08251C73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588" y="1262452"/>
            <a:ext cx="11580552" cy="407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5610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0A431-776A-738F-2B4F-C80D16085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5B736B-BA24-682A-5A8D-00F99350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JIT</a:t>
            </a:r>
            <a:r>
              <a:rPr lang="ja-JP" altLang="en-US" dirty="0"/>
              <a:t>コンパイラ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D8A0D128-4E5B-4C6F-42E7-E65D58B4E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609" y="611421"/>
            <a:ext cx="9724870" cy="635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23598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B973D-B55C-0C25-2B13-971C5A43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1043AA-EBD4-0297-3A9D-A6E2710A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JIT</a:t>
            </a:r>
            <a:r>
              <a:rPr lang="ja-JP" altLang="en-US" dirty="0"/>
              <a:t>コンパイラ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5C10548-357E-01EB-EE31-B2EDCA378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375" y="1529891"/>
            <a:ext cx="11907818" cy="335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84138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4FE2-CA16-EB99-57D9-1A13EAF4C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7FF493-5F6F-9235-84CF-22B2318DC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JIT</a:t>
            </a:r>
            <a:r>
              <a:rPr lang="ja-JP" altLang="en-US" dirty="0"/>
              <a:t>コンパイラ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B1A4215-76BB-3E60-A045-8B23F9E38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501" y="754741"/>
            <a:ext cx="10639269" cy="565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531730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6AD3C-44BD-7BA5-2F7A-7BA6C3B0E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172098-BAEE-F973-FAA5-E371433AC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JIT</a:t>
            </a:r>
            <a:r>
              <a:rPr lang="ja-JP" altLang="en-US" dirty="0"/>
              <a:t>コンパイラ</a:t>
            </a:r>
            <a:endParaRPr kumimoji="1" lang="ja-JP" altLang="en-US" dirty="0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6AF6C2F0-4F2A-AC58-BA37-34E89EEB5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501" y="683866"/>
            <a:ext cx="11044004" cy="533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24350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DC5CF-9336-33B2-2B28-818C67C9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F76469-5FCC-DAFD-CCF6-DC3C142EA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JIT</a:t>
            </a:r>
            <a:r>
              <a:rPr lang="ja-JP" altLang="en-US" dirty="0"/>
              <a:t>コンパイラ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452189F-3302-AC8F-E9E8-A9EE960AA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672" y="1323191"/>
            <a:ext cx="11406466" cy="421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442211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19121-60F8-0EA0-BAF3-416D58641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407641-54A0-3283-2B61-72BEDEA9D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JIT</a:t>
            </a:r>
            <a:r>
              <a:rPr lang="ja-JP" altLang="en-US" dirty="0"/>
              <a:t>コンパイラ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10C87B57-E652-9232-7E53-CF7AB6878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500" y="588186"/>
            <a:ext cx="10594299" cy="595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09324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4AE84-8609-015B-647C-0FA614866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3984D6-511C-FC60-7DB9-5EAD7254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13499" cy="884420"/>
          </a:xfrm>
        </p:spPr>
        <p:txBody>
          <a:bodyPr/>
          <a:lstStyle/>
          <a:p>
            <a:r>
              <a:rPr lang="en-US" altLang="ja-JP" dirty="0"/>
              <a:t>JIT</a:t>
            </a:r>
            <a:r>
              <a:rPr lang="ja-JP" altLang="en-US" dirty="0"/>
              <a:t>コンパイラ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AB886F8E-164F-EBEB-4892-C8DD7C520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447" y="2032208"/>
            <a:ext cx="11399105" cy="279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346541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3AA05-B5A1-93E3-2D1B-7537944D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0A7BE2-4136-9BC7-677C-2B7914BB2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24459"/>
          </a:xfrm>
        </p:spPr>
        <p:txBody>
          <a:bodyPr/>
          <a:lstStyle/>
          <a:p>
            <a:r>
              <a:rPr lang="ja-JP" altLang="en-US" dirty="0"/>
              <a:t>プロファイリング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3097E3C-B70C-20A3-5B71-1E3752172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430" y="2008043"/>
            <a:ext cx="11132137" cy="28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28319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163C6-2716-3FB5-F64D-63CDFAEF6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7CFF76-6162-0490-CA56-9A294877D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24459"/>
          </a:xfrm>
        </p:spPr>
        <p:txBody>
          <a:bodyPr/>
          <a:lstStyle/>
          <a:p>
            <a:r>
              <a:rPr lang="ja-JP" altLang="en-US" dirty="0"/>
              <a:t>プロファイリング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F5C02C55-B7F6-0FF0-6A8E-A6885CD1E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493" y="824459"/>
            <a:ext cx="11396914" cy="557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265782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63CFB-1BAE-0B7A-CAE8-396AAC99B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DFA3CC-6D3C-8F2A-F48A-0BF4C3C7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24459"/>
          </a:xfrm>
        </p:spPr>
        <p:txBody>
          <a:bodyPr/>
          <a:lstStyle/>
          <a:p>
            <a:r>
              <a:rPr lang="ja-JP" altLang="en-US" dirty="0"/>
              <a:t>プロファイリング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79B49DD-8706-873C-6FB9-2CFFA96FA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15" y="1012384"/>
            <a:ext cx="12243058" cy="444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387376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BFF81-1C37-A2BE-1F5B-01871FE3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48F5D1-2C9A-B413-E797-F2BB968BB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24459"/>
          </a:xfrm>
        </p:spPr>
        <p:txBody>
          <a:bodyPr/>
          <a:lstStyle/>
          <a:p>
            <a:r>
              <a:rPr lang="ja-JP" altLang="en-US" dirty="0"/>
              <a:t>プロファイリング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A361C1C-FFCC-9053-8342-A20424D77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598" y="596431"/>
            <a:ext cx="8831382" cy="625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04871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8C1A5-3188-235F-9A71-4F2828B37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65831C-5C00-2AEE-F81F-62780A8C3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24459"/>
          </a:xfrm>
        </p:spPr>
        <p:txBody>
          <a:bodyPr/>
          <a:lstStyle/>
          <a:p>
            <a:r>
              <a:rPr lang="ja-JP" altLang="en-US" dirty="0"/>
              <a:t>プロファイリング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BD1E282-0858-0A5D-856D-1B64AC9CD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423" y="1226024"/>
            <a:ext cx="9947983" cy="331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26917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98BED-94D4-BBF4-CF10-F983DAF3E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9BFEBF-6540-1919-0BCD-EDA357A6A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24459"/>
          </a:xfrm>
        </p:spPr>
        <p:txBody>
          <a:bodyPr/>
          <a:lstStyle/>
          <a:p>
            <a:r>
              <a:rPr lang="ja-JP" altLang="en-US" dirty="0"/>
              <a:t>プロファイリング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B5161BB-A8B0-1997-9F6A-91C45C165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920" y="1073328"/>
            <a:ext cx="11072817" cy="456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6855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77703-2193-7EAA-D50A-DA3A6F52D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EB76F2-6682-729D-5DB2-08D1A64A1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24459"/>
          </a:xfrm>
        </p:spPr>
        <p:txBody>
          <a:bodyPr/>
          <a:lstStyle/>
          <a:p>
            <a:r>
              <a:rPr lang="ja-JP" altLang="en-US" dirty="0"/>
              <a:t>プロファイリング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2F27FDA-77FF-6C41-388F-B20EA98C0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115" y="1484362"/>
            <a:ext cx="11407769" cy="344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366063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14E9-0AA3-092D-B834-4FF903E5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92885-14A7-009C-7ECF-1C6F17C9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24459"/>
          </a:xfrm>
        </p:spPr>
        <p:txBody>
          <a:bodyPr/>
          <a:lstStyle/>
          <a:p>
            <a:r>
              <a:rPr lang="ja-JP" altLang="en-US" dirty="0"/>
              <a:t>プロファイリング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7865687-9A05-D585-5DF6-FB8044C5D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298" y="649831"/>
            <a:ext cx="8894681" cy="612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15154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9C1A-A30E-0B6F-46BF-F0CEFF0C2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7B8CD3-2F10-2FD8-5D6A-ABDB75406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24459"/>
          </a:xfrm>
        </p:spPr>
        <p:txBody>
          <a:bodyPr/>
          <a:lstStyle/>
          <a:p>
            <a:r>
              <a:rPr lang="ja-JP" altLang="en-US" dirty="0"/>
              <a:t>プロファイリング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1994AF9-4EF1-D0C3-8FC7-DB62860DA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807" y="1354072"/>
            <a:ext cx="11332385" cy="35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48331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2C08B-6A0A-25BB-F386-EA424F577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38323-71AC-9612-AF1B-43680658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24459"/>
          </a:xfrm>
        </p:spPr>
        <p:txBody>
          <a:bodyPr/>
          <a:lstStyle/>
          <a:p>
            <a:r>
              <a:rPr lang="ja-JP" altLang="en-US" dirty="0"/>
              <a:t>プロファイリング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793A29C-97A7-9EF5-FF10-6674C3526C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440" y="824459"/>
            <a:ext cx="10515600" cy="595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24426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1D66F-D426-467F-16EE-972EB4332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1EF8DD-D378-9F0E-5CD1-1468392DC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24459"/>
          </a:xfrm>
        </p:spPr>
        <p:txBody>
          <a:bodyPr/>
          <a:lstStyle/>
          <a:p>
            <a:r>
              <a:rPr lang="ja-JP" altLang="en-US" dirty="0"/>
              <a:t>プロファイリング</a:t>
            </a:r>
            <a:endParaRPr kumimoji="1" lang="ja-JP" altLang="en-US" dirty="0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D46232D-A880-46E2-BE9B-A18B8AA39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665" y="824459"/>
            <a:ext cx="11082820" cy="579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12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F1826688B18A7418BDC17859CAB5354" ma:contentTypeVersion="11" ma:contentTypeDescription="新しいドキュメントを作成します。" ma:contentTypeScope="" ma:versionID="0c2a77ada78f58c503e12ce4747d3e8e">
  <xsd:schema xmlns:xsd="http://www.w3.org/2001/XMLSchema" xmlns:xs="http://www.w3.org/2001/XMLSchema" xmlns:p="http://schemas.microsoft.com/office/2006/metadata/properties" xmlns:ns3="2cfb7a15-f56a-40aa-8ad8-24d527a84bd5" targetNamespace="http://schemas.microsoft.com/office/2006/metadata/properties" ma:root="true" ma:fieldsID="c5aabfcb94530bfd173719fe144e37bb" ns3:_="">
    <xsd:import namespace="2cfb7a15-f56a-40aa-8ad8-24d527a84bd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BillingMetadata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fb7a15-f56a-40aa-8ad8-24d527a84bd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fb7a15-f56a-40aa-8ad8-24d527a84bd5" xsi:nil="true"/>
  </documentManagement>
</p:properties>
</file>

<file path=customXml/itemProps1.xml><?xml version="1.0" encoding="utf-8"?>
<ds:datastoreItem xmlns:ds="http://schemas.openxmlformats.org/officeDocument/2006/customXml" ds:itemID="{C1086626-7594-40EB-B173-8C77458E58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fb7a15-f56a-40aa-8ad8-24d527a84b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2BCDFD-4BAF-4A28-B21B-DF8F56AD32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8CEA72-D1F5-425A-9B07-EA8465421E75}">
  <ds:schemaRefs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2cfb7a15-f56a-40aa-8ad8-24d527a84bd5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1269</Words>
  <Application>Microsoft Office PowerPoint</Application>
  <PresentationFormat>ワイド画面</PresentationFormat>
  <Paragraphs>232</Paragraphs>
  <Slides>232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232</vt:i4>
      </vt:variant>
    </vt:vector>
  </HeadingPairs>
  <TitlesOfParts>
    <vt:vector size="236" baseType="lpstr">
      <vt:lpstr>游ゴシック</vt:lpstr>
      <vt:lpstr>游ゴシック Light</vt:lpstr>
      <vt:lpstr>Arial</vt:lpstr>
      <vt:lpstr>Office テーマ</vt:lpstr>
      <vt:lpstr>My_learn階層4</vt:lpstr>
      <vt:lpstr>__init__</vt:lpstr>
      <vt:lpstr>__init__</vt:lpstr>
      <vt:lpstr>__init__</vt:lpstr>
      <vt:lpstr>__init__</vt:lpstr>
      <vt:lpstr>__init__</vt:lpstr>
      <vt:lpstr>ガベージコレクション</vt:lpstr>
      <vt:lpstr>ガベージコレクション</vt:lpstr>
      <vt:lpstr>ガベージコレクション</vt:lpstr>
      <vt:lpstr>ガベージ コレク ション</vt:lpstr>
      <vt:lpstr>ガベージコレクション</vt:lpstr>
      <vt:lpstr>ガベージコレクション</vt:lpstr>
      <vt:lpstr>ガベージコレクション</vt:lpstr>
      <vt:lpstr>スロッツ</vt:lpstr>
      <vt:lpstr>スロッツ</vt:lpstr>
      <vt:lpstr>スロッツ</vt:lpstr>
      <vt:lpstr>スロッツ</vt:lpstr>
      <vt:lpstr>スロッツ</vt:lpstr>
      <vt:lpstr>スロッツ</vt:lpstr>
      <vt:lpstr>スロッツ</vt:lpstr>
      <vt:lpstr>スロッツ</vt:lpstr>
      <vt:lpstr>Weak Reference（弱参照）</vt:lpstr>
      <vt:lpstr>Weak Reference（弱参照）</vt:lpstr>
      <vt:lpstr>Weak Reference（弱参照）</vt:lpstr>
      <vt:lpstr>Weak Reference（弱参照）</vt:lpstr>
      <vt:lpstr>Weak Reference（弱参照）</vt:lpstr>
      <vt:lpstr>Weak Reference（弱参照）</vt:lpstr>
      <vt:lpstr>Weak Reference（弱参照）</vt:lpstr>
      <vt:lpstr>Weak Reference（弱参照）</vt:lpstr>
      <vt:lpstr>バイトコード解析（disモジュール）</vt:lpstr>
      <vt:lpstr>バイトコード解析（disモジュール）</vt:lpstr>
      <vt:lpstr>バイトコード解析（disモジュール）</vt:lpstr>
      <vt:lpstr>バイトコード解析（disモジュール）</vt:lpstr>
      <vt:lpstr>バイトコード解析（disモジュール）</vt:lpstr>
      <vt:lpstr>バイトコード解析（disモジュール）</vt:lpstr>
      <vt:lpstr>バイトコード解析（disモジュール）</vt:lpstr>
      <vt:lpstr>バイトコード解析（disモジュール）</vt:lpstr>
      <vt:lpstr>バイトコード解析（disモジュール）</vt:lpstr>
      <vt:lpstr>Protocol（プロトコル）</vt:lpstr>
      <vt:lpstr>Protocol（プロトコル）</vt:lpstr>
      <vt:lpstr>Protocol（プロトコル）</vt:lpstr>
      <vt:lpstr>Protocol（プロトコル）</vt:lpstr>
      <vt:lpstr>Protocol（プロトコル）</vt:lpstr>
      <vt:lpstr>Protocol（プロトコル）</vt:lpstr>
      <vt:lpstr>Protocol （プロト コル）</vt:lpstr>
      <vt:lpstr>Protocol（プロトコル）</vt:lpstr>
      <vt:lpstr>Protocol（プロトコル）</vt:lpstr>
      <vt:lpstr>Generic（ジェネリクス）1</vt:lpstr>
      <vt:lpstr>Generic（ジェネリクス）2</vt:lpstr>
      <vt:lpstr>Generic（ジェネリクス）3</vt:lpstr>
      <vt:lpstr>Generic（ジェネリクス）4</vt:lpstr>
      <vt:lpstr>Generic（ジェネリクス）5</vt:lpstr>
      <vt:lpstr>Generic（ジェネリクス）6</vt:lpstr>
      <vt:lpstr>Generic（ジェネリクス）より詳しい解説</vt:lpstr>
      <vt:lpstr>Generic（ジェネリクス）より詳しい解説</vt:lpstr>
      <vt:lpstr>Generic（ジェネリクス）より詳しい解説</vt:lpstr>
      <vt:lpstr>Generic（ジェネリクス）より詳しい解説</vt:lpstr>
      <vt:lpstr>Generic（ジェネリクス）より詳しい解説</vt:lpstr>
      <vt:lpstr>Generic（ジェネリクス）より詳しい解説</vt:lpstr>
      <vt:lpstr>Generic（ジェネリクス）より詳しい解説</vt:lpstr>
      <vt:lpstr>脱線:C++のテンプレート</vt:lpstr>
      <vt:lpstr>脱線:C++のテンプレート</vt:lpstr>
      <vt:lpstr>脱線:C++のテンプレート</vt:lpstr>
      <vt:lpstr>脱線:C++のテンプレート</vt:lpstr>
      <vt:lpstr>脱線:C++のテンプレート</vt:lpstr>
      <vt:lpstr>脱線:C++のテンプレート</vt:lpstr>
      <vt:lpstr>脱線:C++のテンプレート</vt:lpstr>
      <vt:lpstr>脱線:C++のテンプレート</vt:lpstr>
      <vt:lpstr>脱線:C++のテンプレート</vt:lpstr>
      <vt:lpstr>C++のテンプレートで関数生成について</vt:lpstr>
      <vt:lpstr>C++のテンプレートで関数生成について</vt:lpstr>
      <vt:lpstr>C++のテンプレートで関数生成について</vt:lpstr>
      <vt:lpstr>C++のテンプレートで関数生成について</vt:lpstr>
      <vt:lpstr>C++のテンプレートで関数生成について</vt:lpstr>
      <vt:lpstr>C++のテンプレートで関数生成について</vt:lpstr>
      <vt:lpstr>C++のテンプレートで関数生成について</vt:lpstr>
      <vt:lpstr>C++のテンプレートで関数生成について</vt:lpstr>
      <vt:lpstr>Overload（オーバーロード）</vt:lpstr>
      <vt:lpstr>Overload（オーバーロード）</vt:lpstr>
      <vt:lpstr>Overload（オーバーロード）</vt:lpstr>
      <vt:lpstr>Overload（オーバーロード）</vt:lpstr>
      <vt:lpstr>Overload（オーバーロード）</vt:lpstr>
      <vt:lpstr>Overload（オーバーロード）</vt:lpstr>
      <vt:lpstr>Overload（オーバーロード）</vt:lpstr>
      <vt:lpstr>Overload（オーバーロード）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 修正し やすい 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 修正し やすい 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10年後も修正しやすいコード</vt:lpstr>
      <vt:lpstr>SOLID（ソリッド）原則</vt:lpstr>
      <vt:lpstr>SOLID（ソリッド）原則</vt:lpstr>
      <vt:lpstr>SOLID （ソリッド） 原則</vt:lpstr>
      <vt:lpstr>SOLID（ソリッド）原則</vt:lpstr>
      <vt:lpstr>SOLID（ソリッド）原則</vt:lpstr>
      <vt:lpstr>SOLID（ソリッド）原則</vt:lpstr>
      <vt:lpstr>SOLID（ソリッド）原則</vt:lpstr>
      <vt:lpstr>SOLID（ソリッド）原則</vt:lpstr>
      <vt:lpstr>SOLID（ソリッド）原則</vt:lpstr>
      <vt:lpstr>SOLID（ソリッド）原則</vt:lpstr>
      <vt:lpstr>SOLID（ソリッド）原則</vt:lpstr>
      <vt:lpstr>SOLID（ソリッド）原則</vt:lpstr>
      <vt:lpstr>SOLID（ソリッド）原則</vt:lpstr>
      <vt:lpstr>SOLID（ソリッド）原則</vt:lpstr>
      <vt:lpstr>SOLID（ソリッド）原則</vt:lpstr>
      <vt:lpstr>SOLID（ソリッド）原則</vt:lpstr>
      <vt:lpstr>SOLID（ソリッド）原則</vt:lpstr>
      <vt:lpstr>SOLIDと__init__</vt:lpstr>
      <vt:lpstr>SOLIDと__init__</vt:lpstr>
      <vt:lpstr>SOLIDと__init__</vt:lpstr>
      <vt:lpstr>依存注入（Dependency Injection: DI）</vt:lpstr>
      <vt:lpstr>依存注入（Dependency Injection: DI）</vt:lpstr>
      <vt:lpstr>依存注入（Dependency Injection: DI）</vt:lpstr>
      <vt:lpstr>依存注入（Dependency Injection: DI）</vt:lpstr>
      <vt:lpstr>依存注入（Dependency Injection: DI）</vt:lpstr>
      <vt:lpstr>依存注入（Dependency Injection: DI）</vt:lpstr>
      <vt:lpstr>依存注入（Dependency Injection: DI）</vt:lpstr>
      <vt:lpstr>依存注入（Dependency Injection: DI）</vt:lpstr>
      <vt:lpstr>依存注入（Dependency Injection: DI）</vt:lpstr>
      <vt:lpstr>依存注入（Dependency Injection: DI）</vt:lpstr>
      <vt:lpstr>依存注入（Dependency Injection: DI）</vt:lpstr>
      <vt:lpstr>モダンなパッケージ管理</vt:lpstr>
      <vt:lpstr>モダンなパッケージ管理</vt:lpstr>
      <vt:lpstr>モダンなパッケージ管理</vt:lpstr>
      <vt:lpstr>モダンなパッケージ管理</vt:lpstr>
      <vt:lpstr>モダンなパッケージ管理</vt:lpstr>
      <vt:lpstr>モダンなパッケージ管理</vt:lpstr>
      <vt:lpstr>モダンなパッケージ管理</vt:lpstr>
      <vt:lpstr>モダンなパッケージ管理</vt:lpstr>
      <vt:lpstr>PyPI（パイパイ）への公開</vt:lpstr>
      <vt:lpstr>PyPI（パイパイ）への公開</vt:lpstr>
      <vt:lpstr>PyPI（パイパイ）への公開</vt:lpstr>
      <vt:lpstr>PyPI（パイパイ）への公開</vt:lpstr>
      <vt:lpstr>PyPI（パイパイ）への公開</vt:lpstr>
      <vt:lpstr>PyPI（パイパイ）への公開</vt:lpstr>
      <vt:lpstr>PyPI（パイパイ）への公開</vt:lpstr>
      <vt:lpstr>PyPI（パイパイ）への公開</vt:lpstr>
      <vt:lpstr>PyPI（パイパイ）への公開</vt:lpstr>
      <vt:lpstr>PyPI（パイパイ）への公開</vt:lpstr>
      <vt:lpstr>セマンティックバージョニング（Semantic Versioning）</vt:lpstr>
      <vt:lpstr>セマンティックバージョニング（Semantic Versioning）</vt:lpstr>
      <vt:lpstr>セマンティックバージョニング（Semantic Versioning）</vt:lpstr>
      <vt:lpstr>セマンティックバージョニング（Semantic Versioning）</vt:lpstr>
      <vt:lpstr>セマンティックバージョニング（Semantic Versioning）</vt:lpstr>
      <vt:lpstr>セマンティックバージョニング（Semantic Versioning）</vt:lpstr>
      <vt:lpstr>セマンティックバージョニング（Semantic Versioning）</vt:lpstr>
      <vt:lpstr>セマンティックバージョニング（Semantic Versioning）</vt:lpstr>
      <vt:lpstr>セマンティックバージョニング（Semantic Versioning）</vt:lpstr>
      <vt:lpstr>セマンティックバージョニング（Semantic Versioning）</vt:lpstr>
      <vt:lpstr>「^1.0.0（キャレット）」や「~1.0.0（チルダ）」</vt:lpstr>
      <vt:lpstr>「^1.0.0（キャレット）」や「~1.0.0（チルダ）」</vt:lpstr>
      <vt:lpstr>「^1.0.0（キャレット）」や「~1.0.0（チルダ）」</vt:lpstr>
      <vt:lpstr>「^1.0.0（キャレット）」や「~1.0.0（チルダ）」</vt:lpstr>
      <vt:lpstr>「^1.0.0（キャレット）」や「~1.0.0（チルダ）」</vt:lpstr>
      <vt:lpstr>「^1.0.0（キャレット）」や「~1.0.0（チルダ）」</vt:lpstr>
      <vt:lpstr>Mock(モック)とPatch(パッチ)</vt:lpstr>
      <vt:lpstr>Mock(モック)とPatch(パッチ)</vt:lpstr>
      <vt:lpstr>Mock(モック)とPatch(パッチ)</vt:lpstr>
      <vt:lpstr>Mock(モック)とPatch(パッチ)</vt:lpstr>
      <vt:lpstr>Mock(モック)とPatch(パッチ)</vt:lpstr>
      <vt:lpstr>Mock (モック)と Patch (パッチ)</vt:lpstr>
      <vt:lpstr>Mock(モック)とPatch(パッチ)</vt:lpstr>
      <vt:lpstr>Mock(モック)とPatch(パッチ)</vt:lpstr>
      <vt:lpstr>Mock(モック)とPatch(パッチ)</vt:lpstr>
      <vt:lpstr>プロパティベーステスト</vt:lpstr>
      <vt:lpstr>プロパティベーステスト</vt:lpstr>
      <vt:lpstr>プロパティベーステスト</vt:lpstr>
      <vt:lpstr>プロパティベーステスト</vt:lpstr>
      <vt:lpstr>プロパティベーステスト</vt:lpstr>
      <vt:lpstr>プロパティベーステスト</vt:lpstr>
      <vt:lpstr>プロパティベーステスト</vt:lpstr>
      <vt:lpstr>プロパティベーステスト</vt:lpstr>
      <vt:lpstr>プロパティベーステスト</vt:lpstr>
      <vt:lpstr>CI/CD（シーアイ・シーディー）パイプライン</vt:lpstr>
      <vt:lpstr>CI/CD（シーアイ・シーディー）パイプライン</vt:lpstr>
      <vt:lpstr>CI/CD（シーアイ・シーディー）パイプライン</vt:lpstr>
      <vt:lpstr>CI/CD（シーアイ・シーディー）パイプライン</vt:lpstr>
      <vt:lpstr>CI/CD（シーアイ・シーディー）パイプライン</vt:lpstr>
      <vt:lpstr>CI/CD（シーアイ・シーディー）パイプライン</vt:lpstr>
      <vt:lpstr>CI/CD（シーアイ・シーディー）パイプライン</vt:lpstr>
      <vt:lpstr>CI/CD（シーアイ・シーディー）パイプライン</vt:lpstr>
      <vt:lpstr>CI/CD（シーアイ・シーディー）パイプライン</vt:lpstr>
      <vt:lpstr>CI/CD（シーアイ・シーディー）パイプライン</vt:lpstr>
      <vt:lpstr>JITコンパイラ</vt:lpstr>
      <vt:lpstr>JITコンパイラ</vt:lpstr>
      <vt:lpstr>JITコンパイラ</vt:lpstr>
      <vt:lpstr>JITコンパイラ</vt:lpstr>
      <vt:lpstr>JITコンパイラ</vt:lpstr>
      <vt:lpstr>JITコンパイラ</vt:lpstr>
      <vt:lpstr>JITコンパイラ</vt:lpstr>
      <vt:lpstr>JITコンパイラ</vt:lpstr>
      <vt:lpstr>JITコンパイラ</vt:lpstr>
      <vt:lpstr>JITコンパイラ</vt:lpstr>
      <vt:lpstr>プロファイリング</vt:lpstr>
      <vt:lpstr>プロファイリング</vt:lpstr>
      <vt:lpstr>プロファイリング</vt:lpstr>
      <vt:lpstr>プロファイリング</vt:lpstr>
      <vt:lpstr>プロファイリング</vt:lpstr>
      <vt:lpstr>プロファイリング</vt:lpstr>
      <vt:lpstr>プロファイリング</vt:lpstr>
      <vt:lpstr>プロファイリング</vt:lpstr>
      <vt:lpstr>プロファイリング</vt:lpstr>
      <vt:lpstr>プロファイリング</vt:lpstr>
      <vt:lpstr>プロファイリング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工内　章広</dc:creator>
  <cp:lastModifiedBy>工内　章広</cp:lastModifiedBy>
  <cp:revision>2</cp:revision>
  <dcterms:created xsi:type="dcterms:W3CDTF">2025-11-30T04:12:46Z</dcterms:created>
  <dcterms:modified xsi:type="dcterms:W3CDTF">2025-12-12T06:32:26Z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0x0101001F1826688B18A7418BDC17859CAB5354</vt:lpwstr>
  </property>
</Properties>
</file>