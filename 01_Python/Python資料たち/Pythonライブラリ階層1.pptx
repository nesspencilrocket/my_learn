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6" r:id="rId8"/>
    <p:sldId id="267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295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296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0" r:id="rId76"/>
    <p:sldId id="321" r:id="rId77"/>
    <p:sldId id="329" r:id="rId78"/>
    <p:sldId id="330" r:id="rId79"/>
    <p:sldId id="331" r:id="rId80"/>
    <p:sldId id="332" r:id="rId81"/>
    <p:sldId id="333" r:id="rId82"/>
    <p:sldId id="334" r:id="rId83"/>
    <p:sldId id="336" r:id="rId84"/>
    <p:sldId id="335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38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309B93-F8D2-4692-8347-58BDC081C23A}" v="1" dt="2025-12-02T06:45:28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3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22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55" Type="http://schemas.openxmlformats.org/officeDocument/2006/relationships/theme" Target="theme/theme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slide" Target="slides/slide14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slide" Target="slides/slide147.xml"/><Relationship Id="rId156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viewProps" Target="viewProp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D3F7BD-0D7A-BDC6-644A-ECCE2E0A1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DE0815-745D-89D9-6541-0F716D06D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92CAED-0E31-01FA-EF84-3CF2CAE5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BA6B75-7096-CD5A-E926-86872B44E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796103-F287-4F7C-2C8A-8979CE25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418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784B9F-689E-DB28-73BC-B21BE9486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01C8FA-22AD-0C65-9253-72CB8D0B0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8FA066-10B2-0CDC-3C8D-ECF37FB6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2D90E2-FE58-D60E-10FA-01E12F2EF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2FFD9D-0EBF-BD90-5845-1FCD2592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55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9121BE-29A5-DFBF-80B0-38E0846C2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EDD4DD-C91D-9FF8-EEF5-BCA28C5E8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287A1F-483E-02AE-9DD4-C459BD3B7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898C85-5BC6-01E6-BB4C-2A8B1DE2D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31D1FB-EB43-001A-A189-7E8A2379E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37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02CFD1-CE98-B719-FA03-468C9F3A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27B4D5-3745-C4B1-5D10-2045F18CAD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A25A3DD-6875-2295-6D55-9BBDD1F85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5365E9-9BAA-D2E1-5B85-8BD85E040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9D2355-777B-2081-9F48-F90E91928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626B0B-21B6-6CEF-800A-38584BF2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0286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3A5863-FC96-1E4E-78D7-AE2A73324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5C5D42-7A7A-69FC-192E-01AB75A40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141E96-6621-769C-B0E5-E8D4EF833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015C9D-FA52-D211-9738-C0E791B0B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6B20477-CEF2-7A5A-9E8E-DAE59E4B8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DF853C0-2706-C3A3-BEF5-55E5C80AB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0D5CFC4-0F5F-17E4-E026-3FA1D7EB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41F880-C662-E0E4-3F35-C1A6B7D6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0054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1DA1D-A047-8B61-C291-32324A4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BC5DA68-2A5D-5314-866B-865C7451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FA28334-879D-CFAC-7C80-5567E8457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07C1649-AAA7-ACEE-66F4-7185782A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50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C2C9302-3E27-91FD-6E67-DC9B8B5FB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B5BA01E-0C4E-F0C5-4BA6-56D9B6D6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EE4943-7CBC-7F5A-A45E-20D12C232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752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96BE74-B476-B66A-827C-CDB0FDC85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7AFC89-6C41-952E-63DF-BDC4C4EEA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2211270-9062-E626-E799-03755B2E1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EE71F5-C386-DFA3-1BE3-EAC207D4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550092-30EA-5370-012E-49922039C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04D8E5-46E1-405A-DCEC-524EFF81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0450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0D080-5749-7FE0-58CC-200001179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AEBDCA0-BD59-9A58-5966-12DF2A4C1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004DAF-A45C-F5B4-1CC9-4F4A11AE6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2A4B93-E80D-8FBA-5922-3F268126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33842-9B60-2E84-6F92-89E6FA9D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2D1009-57A5-4022-C27A-301F3FEE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174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A40078-C6E1-F847-4E2A-553C09326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61CB0B3-51F5-2695-F4E8-7DD511EBC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47E4B6-3DB4-F1CC-67F4-D59A9DE90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40E882-1378-A3FD-3BE3-63ACA593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A58E14-4C11-3175-EF5A-F4D82B01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13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2FA9A14-AE76-4A64-9E94-73B1FCED8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8BEEDC-9914-3401-986C-5541D758B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E33032-9356-52D8-D4A4-828D7151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4183F9-2A63-A5EC-1694-0BFE2163D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82BC8D-4F80-A7AE-7434-D70AB17C6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516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3545BE7-3FFA-9FA0-625B-7A7CDFD36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C3088C-1997-9D3A-2D9F-89BF17FD9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5CC238-E7D8-DFB7-E543-A54EEE7FA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AE782-66F2-4A50-AFCB-0F0954FE02A4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807AE5-54E5-ED32-41DB-BEC515465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B7B2CA-9824-EB2A-EF3F-306DC928A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FC411-783A-449C-A14A-644859F043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131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17F91A-E166-3421-A084-F1A1709FF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705" y="1041400"/>
            <a:ext cx="9768590" cy="2387600"/>
          </a:xfrm>
        </p:spPr>
        <p:txBody>
          <a:bodyPr/>
          <a:lstStyle/>
          <a:p>
            <a:r>
              <a:rPr kumimoji="1" lang="en-US" altLang="ja-JP" dirty="0" err="1"/>
              <a:t>My_learnPython</a:t>
            </a:r>
            <a:r>
              <a:rPr kumimoji="1" lang="ja-JP" altLang="en-US" dirty="0"/>
              <a:t>ライブラリ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9CA84B7-B05E-6862-E19B-AFCA8CA95B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145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1B4C54-8CC1-371E-1082-18D7103E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ノートブック</a:t>
            </a:r>
            <a:r>
              <a:rPr lang="en-US" altLang="ja-JP" dirty="0"/>
              <a:t>(</a:t>
            </a:r>
            <a:r>
              <a:rPr lang="en-US" altLang="ja-JP" dirty="0" err="1"/>
              <a:t>Colab,Jupyter</a:t>
            </a:r>
            <a:r>
              <a:rPr lang="ja-JP" altLang="en-US" dirty="0"/>
              <a:t>系</a:t>
            </a:r>
            <a:r>
              <a:rPr lang="en-US" altLang="ja-JP" dirty="0"/>
              <a:t>)</a:t>
            </a:r>
            <a:r>
              <a:rPr lang="ja-JP" altLang="en-US" dirty="0"/>
              <a:t>の作法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94F807B-C902-CA98-B83A-997A61FD4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392" y="1690688"/>
            <a:ext cx="10741215" cy="487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91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4C366A-E9F7-2562-66C3-0B021CFF9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en-US" altLang="ja-JP"/>
              <a:t>CSV</a:t>
            </a:r>
            <a:r>
              <a:rPr kumimoji="1" lang="ja-JP" altLang="en-US" dirty="0"/>
              <a:t>を読み込む</a:t>
            </a:r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E27C7202-A58B-6C7A-26B3-C717197B7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309" y="911940"/>
            <a:ext cx="11665539" cy="497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4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6C4C-5A24-5CA6-7B33-444C70B7D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86200D-32D5-CCE7-2146-DD697FF3C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en-US" altLang="ja-JP"/>
              <a:t>CSV</a:t>
            </a:r>
            <a:r>
              <a:rPr kumimoji="1" lang="ja-JP" altLang="en-US" dirty="0"/>
              <a:t>を読み込む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728A9F2-5873-E548-FE08-556ABA5CF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935" y="2404440"/>
            <a:ext cx="11184130" cy="204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03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6DAE3-554B-037D-8172-B18DCCC8E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CE10C7-ADD4-437F-755A-B877EAAB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en-US" altLang="ja-JP"/>
              <a:t>CSV</a:t>
            </a:r>
            <a:r>
              <a:rPr kumimoji="1" lang="ja-JP" altLang="en-US" dirty="0"/>
              <a:t>を読み込む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7F3D789-78B3-6677-36F2-CC1C83B8C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25" y="886162"/>
            <a:ext cx="11694055" cy="540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4E086-A021-2DDA-092C-BE5AF958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834C14-30D5-3093-7D9D-B0DC3A82E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en-US" altLang="ja-JP"/>
              <a:t>CSV</a:t>
            </a:r>
            <a:r>
              <a:rPr kumimoji="1" lang="ja-JP" altLang="en-US" dirty="0"/>
              <a:t>を読み込む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B96E589-336C-D752-6522-7549FA532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848" y="885604"/>
            <a:ext cx="11632844" cy="569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1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18E2-7C76-887E-C141-9057FD3F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AE1321-A334-DF29-301E-047A13FE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en-US" altLang="ja-JP"/>
              <a:t>CSV</a:t>
            </a:r>
            <a:r>
              <a:rPr kumimoji="1" lang="ja-JP" altLang="en-US" dirty="0"/>
              <a:t>を読み込む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6C13DB7-F592-8BBC-F126-91318CEEB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09" y="1690687"/>
            <a:ext cx="11608582" cy="315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7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8796-9A89-2EB5-D5BE-C5B54CB6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DD12C-2198-2179-F935-04D4E890A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en-US" altLang="ja-JP"/>
              <a:t>CSV</a:t>
            </a:r>
            <a:r>
              <a:rPr kumimoji="1" lang="ja-JP" altLang="en-US" dirty="0"/>
              <a:t>を読み込む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E98CFFE-3D0B-CF95-2C2F-1815E33B1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320" y="936353"/>
            <a:ext cx="8325359" cy="592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70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83EB-E73E-5D26-6E88-A4DE146F7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41C734-A156-5668-8E6D-29A89B26C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en-US" altLang="ja-JP"/>
              <a:t>CSV</a:t>
            </a:r>
            <a:r>
              <a:rPr kumimoji="1" lang="ja-JP" altLang="en-US" dirty="0"/>
              <a:t>を読み込む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2D219C8-D9D2-2452-4546-AD56BCED8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017" y="787963"/>
            <a:ext cx="10334714" cy="610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5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ECFEC-AAA1-987C-0542-4285315A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700558-5599-F979-D38C-EB98652F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en-US" altLang="ja-JP"/>
              <a:t>CSV</a:t>
            </a:r>
            <a:r>
              <a:rPr kumimoji="1" lang="ja-JP" altLang="en-US" dirty="0"/>
              <a:t>を読み込む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C358F5B-4471-37C5-B0C2-A7DB50086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620" y="1630727"/>
            <a:ext cx="11180760" cy="304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77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C6CCF-37FF-EA13-0631-B947B440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C57740-291D-E9E3-B513-CFE78B28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en-US" altLang="ja-JP"/>
              <a:t>CSV</a:t>
            </a:r>
            <a:r>
              <a:rPr kumimoji="1" lang="ja-JP" altLang="en-US" dirty="0"/>
              <a:t>を読み込む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E019093-AA08-8ADB-5CA7-6B241E787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540" y="1485903"/>
            <a:ext cx="11358808" cy="390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727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683A-E817-BA07-15AC-3EA0A45A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45B541-23EE-2459-ACD0-56ABC4DA5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読み込みデータの確認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53E27BD-FF01-B5DF-D929-483785F4B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73" y="1076092"/>
            <a:ext cx="11963399" cy="372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616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E89F9-E755-82C9-7CC6-4493DD05B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869C08-151C-9142-F069-45E530E2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読み込みデータの確認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7BB862E-D895-D33B-AC00-0744EF4C8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305" y="1211003"/>
            <a:ext cx="11729820" cy="361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94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AA8AD-DC08-C8A4-8C33-FA010EF3D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BBF2D4-F238-AEA8-D443-670F2B1D1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読み込みデータの確認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3274179-3A2D-3235-FE28-7BCBD0919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942" y="888265"/>
            <a:ext cx="11491549" cy="573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37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124F-971C-79CB-C1A1-B0095A49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E5501A-EAC3-EAD8-EC18-BD92A589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読み込みデータの確認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548AC6C-D237-5CD0-2099-071F1CBA0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684" y="1561690"/>
            <a:ext cx="11476632" cy="317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91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36AEC-A71E-5842-8BA9-3B934D081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72E490-CF59-9E5D-17BD-37143430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読み込みデータの確認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45AAAFB-01D8-C37B-5A27-766D31EBD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944" y="1211002"/>
            <a:ext cx="11707226" cy="478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5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1DBAA-A4E6-DEB0-81F2-EF256ED1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67ECE1-EFCD-8B49-66FC-DBACFBDD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読み込みデータの確認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A73510D-91A1-24A0-87F3-C3ECF65E4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282" y="1211003"/>
            <a:ext cx="11643812" cy="381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63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37CD-B536-47DA-86D9-AF7865F91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CD1A72-8FB4-F994-076D-81E98594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読み込みデータの確認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451D352-1B0B-D5A0-09EC-FB15DDD99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161" y="961681"/>
            <a:ext cx="11666764" cy="440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77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71A04-83F1-2EAE-6383-F01E31EB8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D38A7E-254C-DAEB-A3B2-DA049AB68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読み込みデータの確認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898DCA6-0571-92B2-D174-2BDBD1AB9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966" y="841596"/>
            <a:ext cx="8442723" cy="388565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37F7263-0C42-F4ED-66C5-472120872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88" y="4727249"/>
            <a:ext cx="9704996" cy="179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12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C2692-C4FC-35ED-5908-47FCCE3E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94C87C-BF6B-DF24-3C15-1C2EF7D7F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読み込みデータの確認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2B72C2C-FE90-36CA-E38B-497DF667F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063" y="780673"/>
            <a:ext cx="11247294" cy="577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95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DD60-3B8E-0E6B-979A-5C547632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383F3D-24D2-FA25-960E-CAC83CB9F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読み込みデータの確認</a:t>
            </a:r>
          </a:p>
        </p:txBody>
      </p:sp>
      <p:pic>
        <p:nvPicPr>
          <p:cNvPr id="11" name="コンテンツ プレースホルダー 10">
            <a:extLst>
              <a:ext uri="{FF2B5EF4-FFF2-40B4-BE49-F238E27FC236}">
                <a16:creationId xmlns:a16="http://schemas.microsoft.com/office/drawing/2014/main" id="{8180C61D-491D-6677-68D3-B3887DDC5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377" y="999213"/>
            <a:ext cx="11834017" cy="382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53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C7565-CB24-12F0-5F90-DA6A86048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DCB366-B4D4-A60D-AB76-598AD829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先頭・末尾確認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EA332E3-E297-6BD6-6420-BEDCB3C98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869" y="754338"/>
            <a:ext cx="10352088" cy="602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795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0CC83-0128-EED1-C3EC-FD03A87C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1CA129-D200-B746-EB80-E909803B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先頭・末尾確認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EA6BB0A-E8F9-A3DB-F424-FF0962960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313" y="1211003"/>
            <a:ext cx="11531373" cy="373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38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5070C-6086-D7EC-63AF-C7852FB4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3B805F-6267-F9DD-F0C1-67ED32CEC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先頭・末尾確認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69CFABB-D80A-7249-13FA-6C844B68F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509" y="955509"/>
            <a:ext cx="11218858" cy="52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39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8AA01-0557-306F-2F7F-CFD84484A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3A327B-68C8-443F-82BD-DED095289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先頭・末尾確認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30ADA08-4444-7111-5250-E22124545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209" y="1211003"/>
            <a:ext cx="10934803" cy="403971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9A89C04-236C-745B-DD8B-FE0C28CAB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12" y="5318338"/>
            <a:ext cx="11133926" cy="113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58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6808C-7B54-4163-9F14-4370174A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73906-1F2E-5AC4-542E-F9DF66C82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先頭・末尾確認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06936E2-A0A6-B3A5-D590-7092AD175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193" y="944021"/>
            <a:ext cx="11543037" cy="548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72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397A-9FE6-C659-3CE8-E126DF2E7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6D21EC-5802-E1E2-9569-16CA9439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先頭・末尾確認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6E77D0C-4E8D-EB7F-CD7D-624EB8E2D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435" y="864173"/>
            <a:ext cx="9227828" cy="566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08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076D-F447-A21E-13C8-C7409F61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336FC-756C-0A60-2FB5-158C21D7C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先頭・末尾確認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8DD2F00-2153-7B0C-5882-F32102CD7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939" y="2062819"/>
            <a:ext cx="11794121" cy="273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4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9FBCD-BED5-9D37-04FC-28FA4DEC3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8EA961-C60F-D05D-B6C6-16F53468A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先頭・末尾確認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CBD6C22-C1F7-14E3-58E0-6FC405C79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372" y="1596171"/>
            <a:ext cx="11177255" cy="366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2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7E5FD-9AB7-2AD5-0F56-1117782C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D1C89A-DB73-8668-B91E-745B0131E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先頭・末尾確認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C302210-E098-F811-DEB6-812F89CC7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134" y="990394"/>
            <a:ext cx="11059430" cy="556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20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2BE09-C8C8-E5B9-1871-4E029B90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FADC85-AAB8-4FAD-E1B6-5A12A8E5E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サイズ確認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DFB4407-86C6-A1D1-2297-D013E2406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537" y="1401783"/>
            <a:ext cx="11864925" cy="405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77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0DE3-3212-C355-E10D-6151BD96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629664-6542-0A90-F5A3-47B96423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サイズ確認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771FD63-A481-E055-ACA8-EAAF7A13B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258" y="766960"/>
            <a:ext cx="9841171" cy="353921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3629B8D-BA25-32C3-B8B2-78FB61181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12" y="4143353"/>
            <a:ext cx="8211872" cy="265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438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7AD5-9871-C04F-B438-96BB6B38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E1E9A9-228A-D1FE-EC0A-1B0B6297F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サイズ確認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C0FFDDA-3A2A-B461-FF2B-5E9E940B5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683" y="1785977"/>
            <a:ext cx="10783335" cy="328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2736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9667F-823E-061D-64ED-24716DC4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89F0DD-284A-168A-F1F2-A61CF6E8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サイズ確認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66CF58A-9EF5-F9BE-CA37-36B3143AE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075" y="2568560"/>
            <a:ext cx="11377849" cy="172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26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0841D-5004-FCF8-BC64-C478DE4C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F1944C-ADF3-F933-C1FF-84DA0634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サイズ確認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26B7510-D12C-CF16-B46C-5750484DB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204" y="914743"/>
            <a:ext cx="11511094" cy="562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405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BD97-8F09-0005-6A9D-9A57DC0A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30BC12-E6C4-DAB4-B759-F70BBD068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サイズ確認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EDC44C-887A-6E79-F9E6-A35A45AC6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233" y="2538838"/>
            <a:ext cx="11597533" cy="17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54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A27B4-C399-65A3-1F11-480B6B722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39B90F-782A-FD47-3B7C-0F44EE9EC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サイズ確認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A406BD0-9776-8BAD-8E51-4BC11BE48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209" y="729538"/>
            <a:ext cx="11695039" cy="602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11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A9CD9-599F-20A3-9E7B-7F50EB139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D6DA69-A2AC-6D8C-3527-B7D5AF5AD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サイズ確認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BFCAF52-C3A0-F74B-79D4-F1B77D8CA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480" y="791317"/>
            <a:ext cx="11622750" cy="530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469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9D9D1-1D37-BF12-3558-0F989184F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9E4964-8A46-9B67-205F-A10E19C0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基本情報確認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BE5FC90-2C2F-F54D-4317-5589E7F87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605" y="1913393"/>
            <a:ext cx="11367050" cy="303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37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AD959-DA70-3A8F-EE20-37173C205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AB11E3-E583-C8B5-B735-A14AF9AF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基本情報確認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26ACF00-25D4-1956-A0B0-E24E0DCD9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312" y="782498"/>
            <a:ext cx="9522167" cy="602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059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BB8E-EC48-CB1F-84A7-E7AA78A6D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DEC1CF-2D58-AF3C-8EF0-173F34C20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基本情報確認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E8EE5E1-84B6-11E6-8658-C05081E49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918" y="1904789"/>
            <a:ext cx="11832163" cy="258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2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869F-5527-D591-F9B0-D1539B6C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2F4E4F-B671-B435-4613-59945905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基本情報確認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5BA6DD3-B5BE-5A5E-1020-52EE7E618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557" y="848286"/>
            <a:ext cx="11772885" cy="516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664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D7CEF-ECF3-1D6D-95C3-D785F9AC0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DC0CE7-647E-C962-118D-9FF15C52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基本情報確認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CF0214F-5723-EE98-9F50-7163EB2E6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421" y="1871997"/>
            <a:ext cx="11901681" cy="192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267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AC6CB-1E03-8DF0-8EAC-CC6E2345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EF6229-BD36-4BEF-1FFE-8EE64A86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基本情報確認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6FED899-7A78-4F9E-35A3-DB7A0D0F2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904" y="1211002"/>
            <a:ext cx="11600335" cy="428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789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67F52-0CBC-3253-4201-2CC1121E6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E7945A-51D8-9B17-916E-704490A1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基本情報確認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D44190A-BE77-2326-FBC2-313F6123C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430" y="1211003"/>
            <a:ext cx="11793800" cy="396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980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489FA-4F8F-EB05-DEBA-7637A9B8F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A87B40-A7BF-57F8-32F6-E2EB90A6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基本情報確認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9CA572F-7F9D-7850-AF0D-64E3D6D46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197" y="1314155"/>
            <a:ext cx="11285563" cy="376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66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30297-D05A-8F9A-9292-77994B44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C33795-10F5-8D30-7B24-8963D1ACD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基本情報確認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C09002B-F867-B6B1-4C66-0322AB4FA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734" y="1782056"/>
            <a:ext cx="11815840" cy="189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4139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543E9-67BE-E985-B1D6-C5FA9F4C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CEAB37-7E3D-EEDD-322C-CA2D9E031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基本情報確認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2D494B9-09AC-FE72-F1E1-5056574C7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154" y="811354"/>
            <a:ext cx="10973410" cy="571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558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B2930-3DA9-8814-C10A-6851FBEE8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ADBCBB-49AE-4979-E249-4B3E45260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隠れ</a:t>
            </a:r>
            <a:r>
              <a:rPr kumimoji="1" lang="en-US" altLang="ja-JP" dirty="0"/>
              <a:t>object</a:t>
            </a:r>
            <a:r>
              <a:rPr kumimoji="1" lang="ja-JP" altLang="en-US" dirty="0"/>
              <a:t>を</a:t>
            </a:r>
            <a:r>
              <a:rPr kumimoji="1" lang="en-US" altLang="ja-JP" dirty="0"/>
              <a:t>int</a:t>
            </a:r>
            <a:r>
              <a:rPr kumimoji="1" lang="ja-JP" altLang="en-US" dirty="0"/>
              <a:t>に</a:t>
            </a:r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04C56B39-385A-72BD-7202-1098E1C1B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210" y="2204317"/>
            <a:ext cx="11667580" cy="24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597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67CFB-ACAE-A6F5-64D5-9B0902ED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69CE8E-747B-ADEB-5E70-5AB398557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隠れ</a:t>
            </a:r>
            <a:r>
              <a:rPr kumimoji="1" lang="en-US" altLang="ja-JP" dirty="0"/>
              <a:t>object</a:t>
            </a:r>
            <a:r>
              <a:rPr kumimoji="1" lang="ja-JP" altLang="en-US" dirty="0"/>
              <a:t>を</a:t>
            </a:r>
            <a:r>
              <a:rPr kumimoji="1" lang="en-US" altLang="ja-JP" dirty="0"/>
              <a:t>int</a:t>
            </a:r>
            <a:r>
              <a:rPr kumimoji="1" lang="ja-JP" altLang="en-US" dirty="0"/>
              <a:t>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875FCE6-519C-E40A-7F0C-7B3C4B662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054" y="826066"/>
            <a:ext cx="10111892" cy="584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579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3010-8EEF-41A0-DCCA-25DD0002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78E200-9945-1897-D57F-F78C94C62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隠れ</a:t>
            </a:r>
            <a:r>
              <a:rPr kumimoji="1" lang="en-US" altLang="ja-JP" dirty="0"/>
              <a:t>object</a:t>
            </a:r>
            <a:r>
              <a:rPr kumimoji="1" lang="ja-JP" altLang="en-US" dirty="0"/>
              <a:t>を</a:t>
            </a:r>
            <a:r>
              <a:rPr kumimoji="1" lang="en-US" altLang="ja-JP" dirty="0"/>
              <a:t>int</a:t>
            </a:r>
            <a:r>
              <a:rPr kumimoji="1" lang="ja-JP" altLang="en-US" dirty="0"/>
              <a:t>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8FDFCA5-C3E6-8A90-C216-37D9B6104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164" y="1047417"/>
            <a:ext cx="11843957" cy="411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662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9EB41-02BF-5E46-9FA6-D9CB47AF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136406-D4BC-296A-D36A-26C0F0E7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隠れ</a:t>
            </a:r>
            <a:r>
              <a:rPr kumimoji="1" lang="en-US" altLang="ja-JP" dirty="0"/>
              <a:t>object</a:t>
            </a:r>
            <a:r>
              <a:rPr kumimoji="1" lang="ja-JP" altLang="en-US" dirty="0"/>
              <a:t>を</a:t>
            </a:r>
            <a:r>
              <a:rPr kumimoji="1" lang="en-US" altLang="ja-JP" dirty="0"/>
              <a:t>int</a:t>
            </a:r>
            <a:r>
              <a:rPr kumimoji="1" lang="ja-JP" altLang="en-US" dirty="0"/>
              <a:t>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69BB59B-7E6F-4874-B97F-6A78A3147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620" y="779838"/>
            <a:ext cx="8647557" cy="597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62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EFEA-FCCC-6B9A-1CC6-8AE330316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DEDBD0-8CDB-91A9-4F16-A725DB01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隠れ</a:t>
            </a:r>
            <a:r>
              <a:rPr kumimoji="1" lang="en-US" altLang="ja-JP" dirty="0"/>
              <a:t>object</a:t>
            </a:r>
            <a:r>
              <a:rPr kumimoji="1" lang="ja-JP" altLang="en-US" dirty="0"/>
              <a:t>を</a:t>
            </a:r>
            <a:r>
              <a:rPr kumimoji="1" lang="en-US" altLang="ja-JP" dirty="0"/>
              <a:t>int</a:t>
            </a:r>
            <a:r>
              <a:rPr kumimoji="1" lang="ja-JP" altLang="en-US" dirty="0"/>
              <a:t>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EE5A0C3-A47C-37F7-1102-5059D74D3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831" y="1722795"/>
            <a:ext cx="11465999" cy="181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749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E8854-559B-5138-F05B-E1606EBA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772957-04D7-5D0C-8980-83AC0D68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隠れ</a:t>
            </a:r>
            <a:r>
              <a:rPr kumimoji="1" lang="en-US" altLang="ja-JP" dirty="0"/>
              <a:t>object</a:t>
            </a:r>
            <a:r>
              <a:rPr kumimoji="1" lang="ja-JP" altLang="en-US" dirty="0"/>
              <a:t>を</a:t>
            </a:r>
            <a:r>
              <a:rPr kumimoji="1" lang="en-US" altLang="ja-JP" dirty="0"/>
              <a:t>int</a:t>
            </a:r>
            <a:r>
              <a:rPr kumimoji="1" lang="ja-JP" altLang="en-US" dirty="0"/>
              <a:t>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37ABF1A-FB1D-5C51-165C-828C3CF4A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177" y="1211003"/>
            <a:ext cx="11707645" cy="499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894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3AB4-6B1B-7867-24CB-CBDEB116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9444A0-56BD-5FED-05B5-CA62405AD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隠れ</a:t>
            </a:r>
            <a:r>
              <a:rPr kumimoji="1" lang="en-US" altLang="ja-JP" dirty="0"/>
              <a:t>object</a:t>
            </a:r>
            <a:r>
              <a:rPr kumimoji="1" lang="ja-JP" altLang="en-US" dirty="0"/>
              <a:t>を</a:t>
            </a:r>
            <a:r>
              <a:rPr kumimoji="1" lang="en-US" altLang="ja-JP" dirty="0"/>
              <a:t>int</a:t>
            </a:r>
            <a:r>
              <a:rPr kumimoji="1" lang="ja-JP" altLang="en-US" dirty="0"/>
              <a:t>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4251250-7DD4-08F7-AC13-D966399D2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9883" y="837838"/>
            <a:ext cx="7932233" cy="581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641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7DBA2-A805-7C51-991E-3B165CA65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D7A608-2C38-C41F-E687-2BB150C5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統計量の確認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73D973F-10A5-4D45-0FB9-19C7596D6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461" y="1847114"/>
            <a:ext cx="11635078" cy="31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351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7A1A7-9018-A8AB-5335-E8A74F3F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1C2B34-BFEB-DC16-F691-35D84F443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統計量の確認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6DF8E6B-A246-072F-A38C-D4E1C8186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834" y="1475266"/>
            <a:ext cx="11448331" cy="413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7002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053CD-9B0D-E47D-7E6D-0C47AE49C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7982A3-2D12-DE1A-D1F8-A370EC915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統計量の確認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665D22F-0CA5-C596-00CB-7D7FA5118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775" y="960413"/>
            <a:ext cx="11266632" cy="575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652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DE06-F99D-4831-40C0-74678DEFD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3F1181-5AE8-C5E6-AB0B-E846C7B5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統計量の確認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0B9C3C2-0764-4C7A-8B15-952546370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670" y="1028365"/>
            <a:ext cx="11759965" cy="444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9411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45BD8-A3C6-E2E3-F630-D6CDF8C7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C08741-C9EA-B19A-94B5-707917BF8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統計量の確認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5C48E1E-51EE-07C8-D2A4-7EB8C4D89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598" y="988150"/>
            <a:ext cx="11582543" cy="506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384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FF2D2-21C4-1396-0B72-604286D2A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DA335C-3853-D65D-4176-61B107E58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統計量の確認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A5F4F3-AEF8-E709-CC9A-F50F422168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42" y="1981424"/>
            <a:ext cx="11823316" cy="28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438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EC76A-9F13-733F-2D2D-1BE9CF6FA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20439D-221F-46BB-4D9F-4183C04D7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統計量の確認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0865B1F-E957-67FE-96DF-C101D39E0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890" y="929592"/>
            <a:ext cx="11814261" cy="53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828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B51D-16D2-DBF3-6DD0-A9ED59B0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3E015E-D851-27B9-083C-C5E9E73DA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統計量の確認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B7F81BF-7E2E-D04C-A76C-7EB2105C7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536" y="1085374"/>
            <a:ext cx="11494704" cy="452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009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1CE3-0EED-A2F8-6587-0888E2EE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8C8430-F93B-F88A-8F56-6B7E3DED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欠損値の処理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538187D0-B0D9-F335-ABFF-8F8D1146F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230" y="1656687"/>
            <a:ext cx="11589539" cy="354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061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49022-3FC4-5305-4585-154428DF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93A99D-E9ED-13D7-5A51-C35F447F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欠損値の処理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D798996-C53D-4A31-9521-FDCE368DD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145" y="792853"/>
            <a:ext cx="11875855" cy="413613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A930C98-AA35-B162-2ED0-0749B9BBC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44" y="4928988"/>
            <a:ext cx="11506896" cy="177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489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2DF6B-6E27-BAE0-0AD6-813BEF364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F599CC-3A18-8D11-FF69-491E06B3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欠損値の処理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B2B3D09-95F4-77B7-3656-9C1BF5E3A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166" y="841051"/>
            <a:ext cx="11636063" cy="578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874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69AFB-0034-6B14-CA62-9325B4F3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3DB869-C56A-E844-838F-B0383507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欠損値の処理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8FC9174-EA20-1C7E-E1A3-846EA5F0B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757" y="707966"/>
            <a:ext cx="10212485" cy="596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834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C47B4-16A7-451C-D65B-FDDF1227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D8A12C-D158-AB0C-756E-F05E77C8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欠損値の処理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CFE12A6-E413-201C-41B9-5AB5E5719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253" y="930292"/>
            <a:ext cx="11237493" cy="557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2379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93749-805D-93CA-7470-047AE7BDF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33FF74-EC0C-737E-EA19-5905AFE7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欠損値の処理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7235A8D-F3C7-6604-2D83-32E1DBCF2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096" y="834878"/>
            <a:ext cx="10515600" cy="331633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16D8B3F-29F2-9B9D-634C-EB2BE927E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6" y="3975382"/>
            <a:ext cx="9546265" cy="286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364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B4A8-565F-03DA-B927-0640BCC3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91C162-7726-8104-9D96-892D028E7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欠損値の処理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A8AAB1E-375D-21CB-447B-AA8AC5436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56" y="930291"/>
            <a:ext cx="11926616" cy="534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9101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7A696-F87B-261F-B9BA-9E0597EA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1231D4-2DE9-8B72-BCDB-3681E807A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欠損値の処理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E83E3EC-73AF-49E4-D2EE-28503A1DBE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600" y="1622068"/>
            <a:ext cx="12034131" cy="221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184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BCD6E-543C-5072-4A86-344B2548F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D03A2F-3265-27F1-86FF-79B975CA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</a:t>
            </a:r>
            <a:r>
              <a:rPr lang="ja-JP" altLang="en-US" dirty="0"/>
              <a:t>サイズ確認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417ACAF-FF65-22DD-1DA8-CEA0B1679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08" y="890643"/>
            <a:ext cx="11849003" cy="504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248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33BA8-044F-0C9F-C495-285A1545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9D6FC-9044-B17F-7EE2-A500D9E77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不要な列の削除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0CEE1CE-4D42-C518-F857-AD304CAF0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697" y="1211003"/>
            <a:ext cx="11970251" cy="321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766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4A34-FBE5-E0DB-8138-D8C4CD699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A26DE9-5560-33F1-3BDC-A4346FFA1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不要な列の削除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F46F4C0-2C09-DF9D-27CF-AC834ED4E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141" y="1211003"/>
            <a:ext cx="11755000" cy="398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532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2C688-4E69-6012-A557-F74406185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92EC7C-165E-DA3C-4070-98EC21EB7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不要な列の削除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BF0D33E-BF4E-266D-AC91-1659D51EF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677" y="954108"/>
            <a:ext cx="11790444" cy="53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590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24BB8-E301-D938-1165-059F6167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95A198-AF4B-D464-7D52-26AF82313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不要な列の削除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3FF1187-435B-DDCB-3DE5-03CD10ED7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570" y="996274"/>
            <a:ext cx="11765610" cy="548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073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745FA-7C81-9CF9-66E6-7B7164BD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CEDDB3-FC99-7D47-DBAE-99FBF7A48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不要な列の削除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C1F8383-525F-49D8-CC84-18DB4B3E6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75" y="1449919"/>
            <a:ext cx="11705650" cy="395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081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80C3-48D4-15EB-402D-47AF0959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08B951-5217-FE52-BCD0-72FD280F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不要な列の削除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1D28ABA-5EE1-D814-F823-50AEF7305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407" y="883643"/>
            <a:ext cx="10935304" cy="592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616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21CC6-9658-B84B-93C8-A06C7DE91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0E0CAD-A322-C432-AC00-E17623BC9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不要な列の削除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FA05939-24A4-AB24-9E9E-A196F9295C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048" y="799309"/>
            <a:ext cx="10515600" cy="604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2725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A49D0-6305-B96F-1A7A-E3096D946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DA16E6-497C-6E2E-5658-B159259A5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不要な列の削除</a:t>
            </a:r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D5F38018-E56F-9312-760E-3DFF8F871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71" y="1057770"/>
            <a:ext cx="11727060" cy="369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079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400A4-020B-EE45-BA22-471854EA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92738-A827-391D-0135-884147E0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文字を数字変換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C69D5A2-67F5-CBF4-E75D-F18EDE2DC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578" y="1211002"/>
            <a:ext cx="11793523" cy="405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673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C3816-3E52-A4A4-C625-889F0F4F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AA039-6D0E-45DF-5240-74BAAE8A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文字を数字変換</a:t>
            </a:r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52CDD19E-69DB-0FD0-0F11-307190B90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14" y="823959"/>
            <a:ext cx="11824371" cy="493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031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E52E0-0580-76AA-868D-D91463756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8A8B3D-CE68-C04A-B0D7-A39A3345D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文字を数字変換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C76569C-C2AE-3F17-0A1D-B4AE004A3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351" y="785037"/>
            <a:ext cx="9683646" cy="594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889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53C2-0C8B-7002-3E34-5E388179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364067-A07C-3A16-BCF1-D2EA1E7B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文字を数字変換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C590C24-2242-0373-0803-4837C27A9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311" y="2077095"/>
            <a:ext cx="11573323" cy="168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47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64B6-358D-EAEB-4785-4FF0177D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9CFF8C-4109-3951-C769-09BF7D6AE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文字を数字変換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6617A6A-2CF4-440B-E5FC-229B084929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95" y="1628799"/>
            <a:ext cx="11898914" cy="358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040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FB0AC-F41F-4A5D-008B-7F1E5D40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82C466-4349-8BB6-C6F1-BD806321C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文字を数字変換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172B4C4-3A48-7D67-2089-C6B14F757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20" y="774933"/>
            <a:ext cx="9791990" cy="603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904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EDE2-E8F3-1DED-0D71-6ED0D725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AF0714-12DC-27D9-82AA-4D22C15AA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文字を数字変換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242C112-318A-8AA6-7E45-3F1BE90EF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518" y="1117314"/>
            <a:ext cx="9354020" cy="322936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BAB70CC-1630-B550-FA73-7519EDD80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18" y="4197234"/>
            <a:ext cx="10298400" cy="209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921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B4D75-86CE-2D06-691F-50E3ED898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9AD130-CCA7-0268-335B-5F3182DE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文字を数字変換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6FA4314-5346-D60B-40B6-3B9A518E3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374" y="1058060"/>
            <a:ext cx="11200081" cy="567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8885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120F3-D04E-AEA0-3AB7-6323B218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48ED2D-E83A-2CA9-5FE2-4B3E987B9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データの抽出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71F96D7-4096-740F-B5FC-A48DE161A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397" y="1860927"/>
            <a:ext cx="11791205" cy="313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798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8A330-CF7B-5C17-3776-23F43248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9AFA55-4F1A-F280-5784-B005CB76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データの抽出</a:t>
            </a:r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15C2C562-9324-27B7-8668-0530E8D11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061" y="893446"/>
            <a:ext cx="11786099" cy="497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17347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1C3BD-EBDE-089B-27E3-D12E118BA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A258FC-C327-36E5-EFBA-86C153C3B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データの抽出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CB412BD-163F-BCA7-AFE8-95868F4C2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690" y="1095049"/>
            <a:ext cx="11815018" cy="403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076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76D9-0A3D-1E7C-8868-E5C1D565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650BA1-D163-2C63-92D7-77581CB91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データの抽出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5D25402-C5DD-6835-F83D-A99130716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94" y="732482"/>
            <a:ext cx="11351942" cy="592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760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DDA4-6358-60BE-5648-A78848D56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313868-512A-FA4B-B26A-BB04093CC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データの抽出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F99CD68-1E47-3344-8AB7-687206FDF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979" y="1083973"/>
            <a:ext cx="11610279" cy="422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6091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CF65-C375-A658-D752-9C863C74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CB18BA-6F3C-1A9A-6C6A-44266F14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データの抽出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DD8CA3D-B94F-C2FC-A33A-75462E8B6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989" y="878880"/>
            <a:ext cx="11655250" cy="596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6454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B12E-E546-4552-5005-AA46A287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292BDB-3BE3-CB7B-9A8D-E62BBB4E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データの抽出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204E0AE-6CD7-1393-F107-046D7FA3A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995" y="914598"/>
            <a:ext cx="11914010" cy="509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74748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9C2D-1BA1-833B-74E1-C1F816B9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D21D5-F760-C569-5A2C-1216C3758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データの抽出</a:t>
            </a:r>
          </a:p>
        </p:txBody>
      </p:sp>
      <p:pic>
        <p:nvPicPr>
          <p:cNvPr id="11" name="コンテンツ プレースホルダー 10">
            <a:extLst>
              <a:ext uri="{FF2B5EF4-FFF2-40B4-BE49-F238E27FC236}">
                <a16:creationId xmlns:a16="http://schemas.microsoft.com/office/drawing/2014/main" id="{B525F8CB-1442-FB53-1B99-3F46B73F1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835" y="842727"/>
            <a:ext cx="11468586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8985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DEAEB-5941-5E73-C50D-7FA1ED13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14219F-A993-349E-FC3D-506AC1A3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モデル・フィット</a:t>
            </a:r>
            <a:r>
              <a:rPr lang="en-US" altLang="ja-JP" dirty="0"/>
              <a:t>(</a:t>
            </a:r>
            <a:r>
              <a:rPr lang="ja-JP" altLang="en-US" dirty="0"/>
              <a:t>分析の実行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CB64496-5301-7C1D-6A03-31FC3842F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362" y="1962721"/>
            <a:ext cx="11697276" cy="293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1009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34DD-9E2D-C184-836F-CEBCF0689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A00456-0FE7-068C-2A66-991E59BF3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モデル・フィット</a:t>
            </a:r>
            <a:r>
              <a:rPr lang="en-US" altLang="ja-JP" dirty="0"/>
              <a:t>(</a:t>
            </a:r>
            <a:r>
              <a:rPr lang="ja-JP" altLang="en-US" dirty="0"/>
              <a:t>分析の実行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FBA149C-7C76-BF6D-0902-D948B32C1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319" y="1211002"/>
            <a:ext cx="10365678" cy="549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4694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C2240-763C-381C-3ECE-87DC2E5B5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24DA7E-85F2-8CC7-4709-85EDBB2A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モデル・フィット</a:t>
            </a:r>
            <a:r>
              <a:rPr lang="en-US" altLang="ja-JP" dirty="0"/>
              <a:t>(</a:t>
            </a:r>
            <a:r>
              <a:rPr lang="ja-JP" altLang="en-US" dirty="0"/>
              <a:t>分析の実行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A74D8EC-810C-9A7B-0874-37429B503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232" y="1476102"/>
            <a:ext cx="11543037" cy="346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4732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56DF-C604-44F3-1B8D-4B7FD442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F806B5-497E-6427-F683-5CC917FB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モデル・フィット</a:t>
            </a:r>
            <a:r>
              <a:rPr lang="en-US" altLang="ja-JP" dirty="0"/>
              <a:t>(</a:t>
            </a:r>
            <a:r>
              <a:rPr lang="ja-JP" altLang="en-US" dirty="0"/>
              <a:t>分析の実行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5F4A04D-4013-13FF-2BB4-AC225F3E7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052" y="1211003"/>
            <a:ext cx="11430256" cy="549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5054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BC8BD-66CD-C356-7044-B9AD5F0E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1D33EA-9060-E676-C585-DF4058DF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モデル・フィット</a:t>
            </a:r>
            <a:r>
              <a:rPr lang="en-US" altLang="ja-JP" dirty="0"/>
              <a:t>(</a:t>
            </a:r>
            <a:r>
              <a:rPr lang="ja-JP" altLang="en-US" dirty="0"/>
              <a:t>分析の実行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D52E26D-D6F4-E3D4-B610-CC06FB5CD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164" y="1070384"/>
            <a:ext cx="12045023" cy="437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5530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769D7-0A18-324A-BB57-238DB173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2323B1-4AA5-9EAD-ABB0-123698103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モデル・フィット</a:t>
            </a:r>
            <a:r>
              <a:rPr lang="en-US" altLang="ja-JP" dirty="0"/>
              <a:t>(</a:t>
            </a:r>
            <a:r>
              <a:rPr lang="ja-JP" altLang="en-US" dirty="0"/>
              <a:t>分析の実行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7474442-3101-EA9E-E613-B87328E61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246" y="782215"/>
            <a:ext cx="11325069" cy="603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8321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D244-F957-63E7-D952-54B3D43AB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7C9B97-68C2-488E-99EE-85169A92D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モデル・フィット</a:t>
            </a:r>
            <a:r>
              <a:rPr lang="en-US" altLang="ja-JP" dirty="0"/>
              <a:t>(</a:t>
            </a:r>
            <a:r>
              <a:rPr lang="ja-JP" altLang="en-US" dirty="0"/>
              <a:t>分析の実行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77A797D-42AF-1661-67B3-FAD352721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983" y="1734990"/>
            <a:ext cx="11623168" cy="324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787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628C-CC11-AB95-03D6-038ABB18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94E1F4-7BD9-32A3-7D86-5733D114F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モデル・フィット</a:t>
            </a:r>
            <a:r>
              <a:rPr lang="en-US" altLang="ja-JP" dirty="0"/>
              <a:t>(</a:t>
            </a:r>
            <a:r>
              <a:rPr lang="ja-JP" altLang="en-US" dirty="0"/>
              <a:t>分析の実行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A28DC16-20A4-EC86-1B2A-3251FCA06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17" y="1211003"/>
            <a:ext cx="11358950" cy="533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98849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6D03D-D0F6-5713-E5F5-29BAFAD4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C2CF73-58F5-471B-90E0-C11FC6A8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モデル・フィット</a:t>
            </a:r>
            <a:r>
              <a:rPr lang="en-US" altLang="ja-JP" dirty="0"/>
              <a:t>(</a:t>
            </a:r>
            <a:r>
              <a:rPr lang="ja-JP" altLang="en-US" dirty="0"/>
              <a:t>分析の実行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1858C27-6611-DC3B-D9D2-B1D0E5319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279" y="1515042"/>
            <a:ext cx="11323088" cy="382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0524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3701D-E2F4-E9D9-929F-61D32938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6FDAC2-8FBB-2174-F7AB-A12F9E45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正解率（</a:t>
            </a:r>
            <a:r>
              <a:rPr lang="en-US" altLang="ja-JP" dirty="0"/>
              <a:t>Accuracy</a:t>
            </a:r>
            <a:r>
              <a:rPr lang="ja-JP" altLang="en-US" dirty="0"/>
              <a:t>：アキュラシー）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03E02DC-1CEE-7814-8740-E0B535B93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8" y="2173211"/>
            <a:ext cx="12062184" cy="251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422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4D5DD-2691-D9DB-FB3E-0D853666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AAA909-80C0-569A-6529-083C83B7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正解率（</a:t>
            </a:r>
            <a:r>
              <a:rPr lang="en-US" altLang="ja-JP" dirty="0"/>
              <a:t>Accuracy</a:t>
            </a:r>
            <a:r>
              <a:rPr lang="ja-JP" altLang="en-US" dirty="0"/>
              <a:t>：アキュラシー）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951682D-B1A9-4BC7-11AD-883EC8D67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462" y="1017712"/>
            <a:ext cx="10288138" cy="535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866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717E9-A995-14B0-3E59-B486867B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13CCCB-A807-5068-11D4-A5D6294CA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正解率（</a:t>
            </a:r>
            <a:r>
              <a:rPr lang="en-US" altLang="ja-JP" dirty="0"/>
              <a:t>Accuracy</a:t>
            </a:r>
            <a:r>
              <a:rPr lang="ja-JP" altLang="en-US" dirty="0"/>
              <a:t>：アキュラシー）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FA5B176-2D3D-21ED-9376-EA471BDB7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407" y="1357379"/>
            <a:ext cx="11739185" cy="414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7536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780B8-1C08-6F45-889C-8C168378C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08E439-6AED-FD3E-2EE5-29BDA2BB4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正解率（</a:t>
            </a:r>
            <a:r>
              <a:rPr lang="en-US" altLang="ja-JP" dirty="0"/>
              <a:t>Accuracy</a:t>
            </a:r>
            <a:r>
              <a:rPr lang="ja-JP" altLang="en-US" dirty="0"/>
              <a:t>：アキュラシー）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9D3288A-68DC-0AB7-5226-57C3C984B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367" y="900318"/>
            <a:ext cx="10233846" cy="585799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F80B599-C65D-B252-CC2D-EF63807B7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365" y="5681413"/>
            <a:ext cx="6771013" cy="10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6782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6006-9512-75A7-1092-A3872291C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CC96F6-7F92-1249-C458-C04321001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正解率（</a:t>
            </a:r>
            <a:r>
              <a:rPr lang="en-US" altLang="ja-JP" dirty="0"/>
              <a:t>Accuracy</a:t>
            </a:r>
            <a:r>
              <a:rPr lang="ja-JP" altLang="en-US" dirty="0"/>
              <a:t>：アキュラシー）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6B5938E-E65C-94BD-3920-0EF9DD3C2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34" y="791466"/>
            <a:ext cx="10017118" cy="602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5450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47F80-8D77-CA76-052D-B188D4A5D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D7510F-EEBC-84CA-2445-50F8DA6F3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正解率（</a:t>
            </a:r>
            <a:r>
              <a:rPr lang="en-US" altLang="ja-JP" dirty="0"/>
              <a:t>Accuracy</a:t>
            </a:r>
            <a:r>
              <a:rPr lang="ja-JP" altLang="en-US" dirty="0"/>
              <a:t>：アキュラシー）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34A2656-7BCC-B803-0F47-67C165FFB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09" y="1700948"/>
            <a:ext cx="11836393" cy="333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4325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EE83-D001-C36B-CA73-C18B7B18D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B2DC1E-E641-14C8-21D5-7613346E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正解率（</a:t>
            </a:r>
            <a:r>
              <a:rPr lang="en-US" altLang="ja-JP" dirty="0"/>
              <a:t>Accuracy</a:t>
            </a:r>
            <a:r>
              <a:rPr lang="ja-JP" altLang="en-US" dirty="0"/>
              <a:t>：アキュラシー）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96A91E4-D116-3C3D-E63D-F41D26B449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762" y="1211003"/>
            <a:ext cx="11911774" cy="444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7661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B7EB1-E226-136F-0430-40B9F18C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64BC14-F898-869D-7E8E-909FF71B1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ヒントとゴール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1F58848-FC2D-440B-8781-B65FC72A2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74" y="1597000"/>
            <a:ext cx="11966852" cy="29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0414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D4B34-01CB-B431-360B-731756CD4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4AFC48-96BD-0506-C284-98A20F313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ヒントとゴール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1888C16-20E5-E8EE-619C-AB8D7F418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342" y="861929"/>
            <a:ext cx="11043315" cy="577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1476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7998A-4D02-D867-65F4-84004C818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E180E7-D7ED-55C2-2550-69F55728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ヒントとゴール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8FC1FA4-A857-CDA0-8B96-542F831050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68" y="1071951"/>
            <a:ext cx="11825464" cy="471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74165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F71A-F319-002D-A283-D0592458E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0031CA-9021-EBEE-363F-C8CA3F7BD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ヒントとゴール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557249E-B8CC-9000-6D6A-89978CBF3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18" y="1704181"/>
            <a:ext cx="11818364" cy="390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0472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EDD98-A11D-CA60-3EA1-FC501A84F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773B37-0E37-16B1-D900-1972BC50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ヒントとゴール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B13EF92-8432-A127-3745-0CF4573FD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371" y="998234"/>
            <a:ext cx="11850046" cy="448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158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144FA-B203-72E2-38EA-3D0C1A08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36A20-31F7-EC5B-13CF-2E5A37A8C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ヒントとゴール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BBA6091-6B4A-9690-1D4F-CFFCC271C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322" y="1015327"/>
            <a:ext cx="11621351" cy="471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3182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109B3-6B5C-78B8-D398-0CE9F5067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7A194-D08B-6785-0A45-30C256CCE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ヒントとゴール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C16A593-F19B-42A7-BB9D-A30889797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679" y="816541"/>
            <a:ext cx="9990641" cy="584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0660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BDF0B-880C-8E5D-3CD7-2591FBCE9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A9ABDF-C050-AB11-5A4A-BCA0CD2C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ヒントとゴール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F6B1889-074F-F991-1CDE-C3D6963F0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700" y="1333207"/>
            <a:ext cx="11707981" cy="352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8866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FA069-7972-6C59-8917-39791761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A13247-9157-FE2A-8908-921BF079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リストと</a:t>
            </a:r>
            <a:r>
              <a:rPr lang="en-US" altLang="ja-JP" dirty="0"/>
              <a:t>NumPy</a:t>
            </a:r>
            <a:r>
              <a:rPr lang="ja-JP" altLang="en-US" dirty="0"/>
              <a:t>配列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18D6A45-001D-802D-1D79-182FB365A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227" y="1091673"/>
            <a:ext cx="11824904" cy="307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72904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7FE4E-0072-2364-A653-60D16CDC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E15AA-5742-D5C0-9BA7-83BDEFD03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リストと</a:t>
            </a:r>
            <a:r>
              <a:rPr lang="en-US" altLang="ja-JP" dirty="0"/>
              <a:t>NumPy</a:t>
            </a:r>
            <a:r>
              <a:rPr lang="ja-JP" altLang="en-US" dirty="0"/>
              <a:t>配列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902A4D69-92BE-49BA-C8A3-9D5B9F928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95" y="1038578"/>
            <a:ext cx="11806406" cy="316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3042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238D8-A94D-27C3-0D73-34B13853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3E6420-CE86-5C5A-9542-4FC91377B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リストと</a:t>
            </a:r>
            <a:r>
              <a:rPr lang="en-US" altLang="ja-JP" dirty="0"/>
              <a:t>NumPy</a:t>
            </a:r>
            <a:r>
              <a:rPr lang="ja-JP" altLang="en-US" dirty="0"/>
              <a:t>配列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F07E449-AFD4-C024-2219-8039F4AB7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22" y="881817"/>
            <a:ext cx="11737298" cy="485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2980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9848A-3154-743C-8D9F-C9B87A45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04C2D6-00FA-1CD0-6119-75C0FDFBC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2917721"/>
          </a:xfrm>
        </p:spPr>
        <p:txBody>
          <a:bodyPr>
            <a:normAutofit/>
          </a:bodyPr>
          <a:lstStyle/>
          <a:p>
            <a:r>
              <a:rPr lang="ja-JP" altLang="en-US" dirty="0"/>
              <a:t>リスト</a:t>
            </a:r>
            <a:br>
              <a:rPr lang="en-US" altLang="ja-JP" dirty="0"/>
            </a:br>
            <a:r>
              <a:rPr lang="ja-JP" altLang="en-US" dirty="0"/>
              <a:t>と</a:t>
            </a:r>
            <a:br>
              <a:rPr lang="en-US" altLang="ja-JP" dirty="0"/>
            </a:br>
            <a:r>
              <a:rPr lang="en-US" altLang="ja-JP" dirty="0"/>
              <a:t>NumPy</a:t>
            </a:r>
            <a:br>
              <a:rPr lang="en-US" altLang="ja-JP" dirty="0"/>
            </a:br>
            <a:r>
              <a:rPr lang="ja-JP" altLang="en-US" dirty="0"/>
              <a:t>配列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9F5DE01-2CA9-034B-8ED1-78E677C4C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444" y="0"/>
            <a:ext cx="9919637" cy="684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6764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0805-BD95-3983-4E70-5AC27924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C3947B-ACB0-E8D5-349D-378796C7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リストと</a:t>
            </a:r>
            <a:r>
              <a:rPr lang="en-US" altLang="ja-JP" dirty="0"/>
              <a:t>NumPy</a:t>
            </a:r>
            <a:r>
              <a:rPr lang="ja-JP" altLang="en-US" dirty="0"/>
              <a:t>配列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40EF7BF-3D87-1FEC-EF66-715FC2F54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618" y="820739"/>
            <a:ext cx="11473690" cy="57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1060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2A8C-3B94-F9B3-AB1A-ECAD3947F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70CCE8-1F35-C3AD-EF22-D0B10820E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リストと</a:t>
            </a:r>
            <a:r>
              <a:rPr lang="en-US" altLang="ja-JP" dirty="0"/>
              <a:t>NumPy</a:t>
            </a:r>
            <a:r>
              <a:rPr lang="ja-JP" altLang="en-US" dirty="0"/>
              <a:t>配列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BB90C60-6BD2-6122-BB56-FD2AFE2CE8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423" y="1019391"/>
            <a:ext cx="11697263" cy="461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6442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96F77-9805-C1B9-8036-AFE7CA56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7CC826-BE33-AD7A-7A11-4DA0F294B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リストと</a:t>
            </a:r>
            <a:r>
              <a:rPr lang="en-US" altLang="ja-JP" dirty="0"/>
              <a:t>NumPy</a:t>
            </a:r>
            <a:r>
              <a:rPr lang="ja-JP" altLang="en-US" dirty="0"/>
              <a:t>配列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10B5EF2-3C5E-F072-11CC-A42B76DD5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460" y="1848329"/>
            <a:ext cx="11751080" cy="386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5151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42BFE-11D6-AB69-7D28-0BA941FA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444406-66EC-3A7B-A996-C62BD5F8A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リストと</a:t>
            </a:r>
            <a:r>
              <a:rPr lang="en-US" altLang="ja-JP" dirty="0"/>
              <a:t>NumPy</a:t>
            </a:r>
            <a:r>
              <a:rPr lang="ja-JP" altLang="en-US" dirty="0"/>
              <a:t>配列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E94FAE5-EE6F-1EAD-8AED-3A777E9AB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367" y="1884751"/>
            <a:ext cx="11091662" cy="285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8496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721B9-4B53-9092-FB2C-86424CBF2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B0640B-44B1-F634-697C-6B0B8D991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ja-JP" altLang="en-US" dirty="0"/>
              <a:t>リストと</a:t>
            </a:r>
            <a:r>
              <a:rPr lang="en-US" altLang="ja-JP" dirty="0"/>
              <a:t>NumPy</a:t>
            </a:r>
            <a:r>
              <a:rPr lang="ja-JP" altLang="en-US" dirty="0"/>
              <a:t>配列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4DEA8C7-9D19-D3BD-A39A-C2DF3F1CD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381" y="778854"/>
            <a:ext cx="11234124" cy="602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9877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751BC-D14A-08CD-B386-CA94C9F91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5FED4-D4D3-3747-E86B-E9CE731A1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シェイプ</a:t>
            </a:r>
            <a:r>
              <a:rPr kumimoji="1" lang="en-US" altLang="ja-JP" dirty="0"/>
              <a:t>(</a:t>
            </a:r>
            <a:r>
              <a:rPr kumimoji="1" lang="ja-JP" altLang="en-US" dirty="0"/>
              <a:t>次元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133BE20-28B0-989C-4B08-B4298BC5E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955" y="1880976"/>
            <a:ext cx="11812089" cy="309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9078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2FAF1-6236-B1A0-F42F-9795A1EF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24BCB-F694-ADE4-B759-D68A0578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シェイプ</a:t>
            </a:r>
            <a:r>
              <a:rPr kumimoji="1" lang="en-US" altLang="ja-JP" dirty="0"/>
              <a:t>(</a:t>
            </a:r>
            <a:r>
              <a:rPr kumimoji="1" lang="ja-JP" altLang="en-US" dirty="0"/>
              <a:t>次元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4139EE01-2032-A0FE-CBF8-F2770D28F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335" y="928890"/>
            <a:ext cx="11718993" cy="532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1789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2F162-2D84-FB9C-D8DE-6862EC6E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C09FAD-F36B-BAF0-F2CC-1770D108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シェイプ</a:t>
            </a:r>
            <a:r>
              <a:rPr kumimoji="1" lang="en-US" altLang="ja-JP" dirty="0"/>
              <a:t>(</a:t>
            </a:r>
            <a:r>
              <a:rPr kumimoji="1" lang="ja-JP" altLang="en-US" dirty="0"/>
              <a:t>次元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001D926-9373-E46E-8D92-CBAFC796B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666" y="753913"/>
            <a:ext cx="11248839" cy="55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84698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D725A-0432-B9AB-4A11-A39EF7FD5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773085-A0C1-7ABC-67BC-D088C937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シェイプ</a:t>
            </a:r>
            <a:r>
              <a:rPr kumimoji="1" lang="en-US" altLang="ja-JP" dirty="0"/>
              <a:t>(</a:t>
            </a:r>
            <a:r>
              <a:rPr kumimoji="1" lang="ja-JP" altLang="en-US" dirty="0"/>
              <a:t>次元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3024A88-9AB5-0109-399A-5BAEAB142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375" y="1718732"/>
            <a:ext cx="11883254" cy="190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3838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7E483-5CB9-2A4E-A9F3-A0F46DF2B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E29EE0-65C8-21B3-B840-B750B14A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シェイプ</a:t>
            </a:r>
            <a:r>
              <a:rPr kumimoji="1" lang="en-US" altLang="ja-JP" dirty="0"/>
              <a:t>(</a:t>
            </a:r>
            <a:r>
              <a:rPr kumimoji="1" lang="ja-JP" altLang="en-US" dirty="0"/>
              <a:t>次元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F904A8F-E27B-A8DE-C516-FA97F4FBFD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434" y="1211003"/>
            <a:ext cx="11760911" cy="414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98993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2780F-D5C3-8321-DEB6-A384D8653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8DE2CB-D918-0B63-7CD0-8AA56737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シェイプ</a:t>
            </a:r>
            <a:r>
              <a:rPr kumimoji="1" lang="en-US" altLang="ja-JP" dirty="0"/>
              <a:t>(</a:t>
            </a:r>
            <a:r>
              <a:rPr kumimoji="1" lang="ja-JP" altLang="en-US" dirty="0"/>
              <a:t>次元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28F470D-29BE-461E-42F9-72DF3FF2F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380" y="1447934"/>
            <a:ext cx="11592132" cy="274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7732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4A232-51A6-3FF4-1B20-EA16F7418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5C32B9-1990-9007-A5C4-7CADE4B1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シェイプ</a:t>
            </a:r>
            <a:r>
              <a:rPr kumimoji="1" lang="en-US" altLang="ja-JP" dirty="0"/>
              <a:t>(</a:t>
            </a:r>
            <a:r>
              <a:rPr kumimoji="1" lang="ja-JP" altLang="en-US" dirty="0"/>
              <a:t>次元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887E2F-1174-A457-9233-59CFB4AFA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533" y="734300"/>
            <a:ext cx="11530706" cy="576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5564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59679-BFFE-4696-475E-CDC4559A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0F4D02-D741-2B37-094C-962241E93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シェイプ</a:t>
            </a:r>
            <a:r>
              <a:rPr kumimoji="1" lang="en-US" altLang="ja-JP" dirty="0"/>
              <a:t>(</a:t>
            </a:r>
            <a:r>
              <a:rPr kumimoji="1" lang="ja-JP" altLang="en-US" dirty="0"/>
              <a:t>次元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07E9B92-463E-D8A0-9D98-8BF1DBCD1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64" y="1751799"/>
            <a:ext cx="11651471" cy="291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4637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C164F-09AD-A25F-A3D9-832B8E617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6B3DBB-BAFA-8BE5-B36C-058660BE5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シェイプ</a:t>
            </a:r>
            <a:r>
              <a:rPr kumimoji="1" lang="en-US" altLang="ja-JP" dirty="0"/>
              <a:t>(</a:t>
            </a:r>
            <a:r>
              <a:rPr kumimoji="1" lang="ja-JP" altLang="en-US" dirty="0"/>
              <a:t>次元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6F3CB20-CE93-08A0-E8DE-8DE4B413A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161" y="826903"/>
            <a:ext cx="10738296" cy="59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7886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155B-E7C8-851D-9964-5B93BEBE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B7BE22-DDD2-AA2F-1A93-204BED41C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シェイプ</a:t>
            </a:r>
            <a:r>
              <a:rPr kumimoji="1" lang="en-US" altLang="ja-JP" dirty="0"/>
              <a:t>(</a:t>
            </a:r>
            <a:r>
              <a:rPr kumimoji="1" lang="ja-JP" altLang="en-US" dirty="0"/>
              <a:t>次元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F79AE59-F6E3-BE9E-9D2D-97D8BCA31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720" y="1270724"/>
            <a:ext cx="11516559" cy="431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96984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75218-90D7-71D4-B21A-346EF0ED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CCFF43-8619-36D3-995D-1888C0EE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シェイプ</a:t>
            </a:r>
            <a:r>
              <a:rPr kumimoji="1" lang="en-US" altLang="ja-JP" dirty="0"/>
              <a:t>(</a:t>
            </a:r>
            <a:r>
              <a:rPr kumimoji="1" lang="ja-JP" altLang="en-US" dirty="0"/>
              <a:t>次元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72C159B-AA12-B3A8-64BB-450482D0A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424" y="1338664"/>
            <a:ext cx="11805152" cy="392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7417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BD0B8-ADDF-0605-BB0A-F7DB1A4D0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8D189D-6995-10AC-3DF6-03EC85EC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つの壁（</a:t>
            </a:r>
            <a:r>
              <a:rPr lang="en-US" altLang="ja-JP" dirty="0"/>
              <a:t>Shape</a:t>
            </a:r>
            <a:r>
              <a:rPr lang="ja-JP" altLang="en-US" dirty="0"/>
              <a:t>と数値化）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DA4A7B6-9D66-209E-C154-7706CE281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44" y="1023445"/>
            <a:ext cx="11789440" cy="284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9301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6110F-1849-7D77-ADA4-227A2711D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D3CD7A-BE58-B981-5320-F334A0B65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つの壁（</a:t>
            </a:r>
            <a:r>
              <a:rPr lang="en-US" altLang="ja-JP" dirty="0"/>
              <a:t>Shape</a:t>
            </a:r>
            <a:r>
              <a:rPr lang="ja-JP" altLang="en-US" dirty="0"/>
              <a:t>と数値化）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0A055F8-341E-282F-3F0A-779BC2D23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835" y="1929165"/>
            <a:ext cx="11872330" cy="220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74378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DBF37-0815-73EA-40F0-4A55882F1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43438E-6241-3690-F395-AC9637702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つの壁（</a:t>
            </a:r>
            <a:r>
              <a:rPr lang="en-US" altLang="ja-JP" dirty="0"/>
              <a:t>Shape</a:t>
            </a:r>
            <a:r>
              <a:rPr lang="ja-JP" altLang="en-US" dirty="0"/>
              <a:t>と数値化）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11A05A6-7884-9831-7EF6-4E0C8D4D2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910" y="930992"/>
            <a:ext cx="11679249" cy="508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5182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078D2-4FB0-BCB3-35E5-EAEB7447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86A46B-7223-4B49-A1A5-D62E6A52D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つの壁（</a:t>
            </a:r>
            <a:r>
              <a:rPr lang="en-US" altLang="ja-JP" dirty="0"/>
              <a:t>Shape</a:t>
            </a:r>
            <a:r>
              <a:rPr lang="ja-JP" altLang="en-US" dirty="0"/>
              <a:t>と数値化）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F3337A2-390D-400F-82AA-9525E1D3C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911" y="765965"/>
            <a:ext cx="11087584" cy="60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4073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5CC02-7B20-0B4F-6973-452943FD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34DBC1-01AD-C597-EB34-5CF38818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つの壁（</a:t>
            </a:r>
            <a:r>
              <a:rPr lang="en-US" altLang="ja-JP" dirty="0"/>
              <a:t>Shape</a:t>
            </a:r>
            <a:r>
              <a:rPr lang="ja-JP" altLang="en-US" dirty="0"/>
              <a:t>と数値化）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A0D98E1-75D2-556C-AE96-CB630824B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279" y="828021"/>
            <a:ext cx="11738949" cy="491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2921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E736B-F8B5-C177-EFC6-98FAECA2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DCEF04-A0B8-BC7C-CB53-79B407E1F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つの壁（</a:t>
            </a:r>
            <a:r>
              <a:rPr lang="en-US" altLang="ja-JP" dirty="0"/>
              <a:t>Shape</a:t>
            </a:r>
            <a:r>
              <a:rPr lang="ja-JP" altLang="en-US" dirty="0"/>
              <a:t>と数値化）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F43ADF4-954C-6BCF-F657-BFC83A1C5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959" y="746333"/>
            <a:ext cx="9558589" cy="615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917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EF1B-A3D9-5A62-A40D-72E44C3B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C84296-F242-D656-EE44-BA120910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つの壁（</a:t>
            </a:r>
            <a:r>
              <a:rPr lang="en-US" altLang="ja-JP" dirty="0"/>
              <a:t>Shape</a:t>
            </a:r>
            <a:r>
              <a:rPr lang="ja-JP" altLang="en-US" dirty="0"/>
              <a:t>と数値化）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31F67AB-3AA6-D4E7-2256-DB52975DD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858" y="840633"/>
            <a:ext cx="11674303" cy="571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03590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E623D-E782-46E0-E433-B7C538589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EE6BA-CCBF-B20E-51F1-F7A5706F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560"/>
            <a:ext cx="10515600" cy="1325563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つの壁（</a:t>
            </a:r>
            <a:r>
              <a:rPr lang="en-US" altLang="ja-JP" dirty="0"/>
              <a:t>Shape</a:t>
            </a:r>
            <a:r>
              <a:rPr lang="ja-JP" altLang="en-US" dirty="0"/>
              <a:t>と数値化）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0646108-E169-CE25-86D2-CACD3816D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934" y="1030742"/>
            <a:ext cx="11201481" cy="556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833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F1826688B18A7418BDC17859CAB5354" ma:contentTypeVersion="11" ma:contentTypeDescription="新しいドキュメントを作成します。" ma:contentTypeScope="" ma:versionID="0c2a77ada78f58c503e12ce4747d3e8e">
  <xsd:schema xmlns:xsd="http://www.w3.org/2001/XMLSchema" xmlns:xs="http://www.w3.org/2001/XMLSchema" xmlns:p="http://schemas.microsoft.com/office/2006/metadata/properties" xmlns:ns3="2cfb7a15-f56a-40aa-8ad8-24d527a84bd5" targetNamespace="http://schemas.microsoft.com/office/2006/metadata/properties" ma:root="true" ma:fieldsID="c5aabfcb94530bfd173719fe144e37bb" ns3:_="">
    <xsd:import namespace="2cfb7a15-f56a-40aa-8ad8-24d527a84bd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BillingMetadata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fb7a15-f56a-40aa-8ad8-24d527a84bd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fb7a15-f56a-40aa-8ad8-24d527a84bd5" xsi:nil="true"/>
  </documentManagement>
</p:properties>
</file>

<file path=customXml/itemProps1.xml><?xml version="1.0" encoding="utf-8"?>
<ds:datastoreItem xmlns:ds="http://schemas.openxmlformats.org/officeDocument/2006/customXml" ds:itemID="{BDB5FE50-F1AF-4D16-9A1B-62E6D9CD8A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fb7a15-f56a-40aa-8ad8-24d527a84b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C0F5EE-7EE2-43DB-B6AE-94352C02D2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30419F-E43A-459D-9405-DA18EB701543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  <ds:schemaRef ds:uri="2cfb7a15-f56a-40aa-8ad8-24d527a84bd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693</Words>
  <Application>Microsoft Office PowerPoint</Application>
  <PresentationFormat>ワイド画面</PresentationFormat>
  <Paragraphs>148</Paragraphs>
  <Slides>148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148</vt:i4>
      </vt:variant>
    </vt:vector>
  </HeadingPairs>
  <TitlesOfParts>
    <vt:vector size="152" baseType="lpstr">
      <vt:lpstr>游ゴシック</vt:lpstr>
      <vt:lpstr>游ゴシック Light</vt:lpstr>
      <vt:lpstr>Arial</vt:lpstr>
      <vt:lpstr>Office テーマ</vt:lpstr>
      <vt:lpstr>My_learnPythonライブラリ1</vt:lpstr>
      <vt:lpstr>ノートブック(Colab,Jupyter系)の作法</vt:lpstr>
      <vt:lpstr>CSVを読み込む</vt:lpstr>
      <vt:lpstr>CSVを読み込む</vt:lpstr>
      <vt:lpstr>CSVを読み込む</vt:lpstr>
      <vt:lpstr>CSVを読み込む</vt:lpstr>
      <vt:lpstr>CSVを読み込む</vt:lpstr>
      <vt:lpstr>CSVを読み込む</vt:lpstr>
      <vt:lpstr>CSVを読み込む</vt:lpstr>
      <vt:lpstr>CSVを読み込む</vt:lpstr>
      <vt:lpstr>CSVを読み込む</vt:lpstr>
      <vt:lpstr>読み込みデータの確認</vt:lpstr>
      <vt:lpstr>読み込みデータの確認</vt:lpstr>
      <vt:lpstr>読み込みデータの確認</vt:lpstr>
      <vt:lpstr>読み込みデータの確認</vt:lpstr>
      <vt:lpstr>読み込みデータの確認</vt:lpstr>
      <vt:lpstr>読み込みデータの確認</vt:lpstr>
      <vt:lpstr>読み込みデータの確認</vt:lpstr>
      <vt:lpstr>読み込みデータの確認</vt:lpstr>
      <vt:lpstr>読み込みデータの確認</vt:lpstr>
      <vt:lpstr>読み込みデータの確認</vt:lpstr>
      <vt:lpstr>データの先頭・末尾確認</vt:lpstr>
      <vt:lpstr>データの先頭・末尾確認</vt:lpstr>
      <vt:lpstr>データの先頭・末尾確認</vt:lpstr>
      <vt:lpstr>データの先頭・末尾確認</vt:lpstr>
      <vt:lpstr>データの先頭・末尾確認</vt:lpstr>
      <vt:lpstr>データの先頭・末尾確認</vt:lpstr>
      <vt:lpstr>データの先頭・末尾確認</vt:lpstr>
      <vt:lpstr>データの先頭・末尾確認</vt:lpstr>
      <vt:lpstr>データの先頭・末尾確認</vt:lpstr>
      <vt:lpstr>データのサイズ確認</vt:lpstr>
      <vt:lpstr>データのサイズ確認</vt:lpstr>
      <vt:lpstr>データのサイズ確認</vt:lpstr>
      <vt:lpstr>データのサイズ確認</vt:lpstr>
      <vt:lpstr>データのサイズ確認</vt:lpstr>
      <vt:lpstr>データのサイズ確認</vt:lpstr>
      <vt:lpstr>データのサイズ確認</vt:lpstr>
      <vt:lpstr>データのサイズ確認</vt:lpstr>
      <vt:lpstr>データの基本情報確認</vt:lpstr>
      <vt:lpstr>データの基本情報確認</vt:lpstr>
      <vt:lpstr>データの基本情報確認</vt:lpstr>
      <vt:lpstr>データの基本情報確認</vt:lpstr>
      <vt:lpstr>データの基本情報確認</vt:lpstr>
      <vt:lpstr>データの基本情報確認</vt:lpstr>
      <vt:lpstr>データの基本情報確認</vt:lpstr>
      <vt:lpstr>データの基本情報確認</vt:lpstr>
      <vt:lpstr>データの基本情報確認</vt:lpstr>
      <vt:lpstr>データの基本情報確認</vt:lpstr>
      <vt:lpstr>隠れobjectをintに</vt:lpstr>
      <vt:lpstr>隠れobjectをintに</vt:lpstr>
      <vt:lpstr>隠れobjectをintに</vt:lpstr>
      <vt:lpstr>隠れobjectをintに</vt:lpstr>
      <vt:lpstr>隠れobjectをintに</vt:lpstr>
      <vt:lpstr>隠れobjectをintに</vt:lpstr>
      <vt:lpstr>隠れobjectをintに</vt:lpstr>
      <vt:lpstr>統計量の確認</vt:lpstr>
      <vt:lpstr>統計量の確認</vt:lpstr>
      <vt:lpstr>統計量の確認</vt:lpstr>
      <vt:lpstr>統計量の確認</vt:lpstr>
      <vt:lpstr>統計量の確認</vt:lpstr>
      <vt:lpstr>統計量の確認</vt:lpstr>
      <vt:lpstr>統計量の確認</vt:lpstr>
      <vt:lpstr>統計量の確認</vt:lpstr>
      <vt:lpstr>欠損値の処理</vt:lpstr>
      <vt:lpstr>欠損値の処理</vt:lpstr>
      <vt:lpstr>欠損値の処理</vt:lpstr>
      <vt:lpstr>欠損値の処理</vt:lpstr>
      <vt:lpstr>欠損値の処理</vt:lpstr>
      <vt:lpstr>欠損値の処理</vt:lpstr>
      <vt:lpstr>欠損値の処理</vt:lpstr>
      <vt:lpstr>欠損値の処理</vt:lpstr>
      <vt:lpstr>データのサイズ確認</vt:lpstr>
      <vt:lpstr>不要な列の削除</vt:lpstr>
      <vt:lpstr>不要な列の削除</vt:lpstr>
      <vt:lpstr>不要な列の削除</vt:lpstr>
      <vt:lpstr>不要な列の削除</vt:lpstr>
      <vt:lpstr>不要な列の削除</vt:lpstr>
      <vt:lpstr>不要な列の削除</vt:lpstr>
      <vt:lpstr>不要な列の削除</vt:lpstr>
      <vt:lpstr>不要な列の削除</vt:lpstr>
      <vt:lpstr>文字を数字変換</vt:lpstr>
      <vt:lpstr>文字を数字変換</vt:lpstr>
      <vt:lpstr>文字を数字変換</vt:lpstr>
      <vt:lpstr>文字を数字変換</vt:lpstr>
      <vt:lpstr>文字を数字変換</vt:lpstr>
      <vt:lpstr>文字を数字変換</vt:lpstr>
      <vt:lpstr>文字を数字変換</vt:lpstr>
      <vt:lpstr>文字を数字変換</vt:lpstr>
      <vt:lpstr>データの抽出</vt:lpstr>
      <vt:lpstr>データの抽出</vt:lpstr>
      <vt:lpstr>データの抽出</vt:lpstr>
      <vt:lpstr>データの抽出</vt:lpstr>
      <vt:lpstr>データの抽出</vt:lpstr>
      <vt:lpstr>データの抽出</vt:lpstr>
      <vt:lpstr>データの抽出</vt:lpstr>
      <vt:lpstr>データの抽出</vt:lpstr>
      <vt:lpstr>モデル・フィット(分析の実行)</vt:lpstr>
      <vt:lpstr>モデル・フィット(分析の実行)</vt:lpstr>
      <vt:lpstr>モデル・フィット(分析の実行)</vt:lpstr>
      <vt:lpstr>モデル・フィット(分析の実行)</vt:lpstr>
      <vt:lpstr>モデル・フィット(分析の実行)</vt:lpstr>
      <vt:lpstr>モデル・フィット(分析の実行)</vt:lpstr>
      <vt:lpstr>モデル・フィット(分析の実行)</vt:lpstr>
      <vt:lpstr>モデル・フィット(分析の実行)</vt:lpstr>
      <vt:lpstr>モデル・フィット(分析の実行)</vt:lpstr>
      <vt:lpstr>正解率（Accuracy：アキュラシー）</vt:lpstr>
      <vt:lpstr>正解率（Accuracy：アキュラシー）</vt:lpstr>
      <vt:lpstr>正解率（Accuracy：アキュラシー）</vt:lpstr>
      <vt:lpstr>正解率（Accuracy：アキュラシー）</vt:lpstr>
      <vt:lpstr>正解率（Accuracy：アキュラシー）</vt:lpstr>
      <vt:lpstr>正解率（Accuracy：アキュラシー）</vt:lpstr>
      <vt:lpstr>正解率（Accuracy：アキュラシー）</vt:lpstr>
      <vt:lpstr>ヒントとゴール</vt:lpstr>
      <vt:lpstr>ヒントとゴール</vt:lpstr>
      <vt:lpstr>ヒントとゴール</vt:lpstr>
      <vt:lpstr>ヒントとゴール</vt:lpstr>
      <vt:lpstr>ヒントとゴール</vt:lpstr>
      <vt:lpstr>ヒントとゴール</vt:lpstr>
      <vt:lpstr>ヒントとゴール</vt:lpstr>
      <vt:lpstr>ヒントとゴール</vt:lpstr>
      <vt:lpstr>リストとNumPy配列</vt:lpstr>
      <vt:lpstr>リストとNumPy配列</vt:lpstr>
      <vt:lpstr>リストとNumPy配列</vt:lpstr>
      <vt:lpstr>リスト と NumPy 配列</vt:lpstr>
      <vt:lpstr>リストとNumPy配列</vt:lpstr>
      <vt:lpstr>リストとNumPy配列</vt:lpstr>
      <vt:lpstr>リストとNumPy配列</vt:lpstr>
      <vt:lpstr>リストとNumPy配列</vt:lpstr>
      <vt:lpstr>リストとNumPy配列</vt:lpstr>
      <vt:lpstr>シェイプ(次元)</vt:lpstr>
      <vt:lpstr>シェイプ(次元)</vt:lpstr>
      <vt:lpstr>シェイプ(次元)</vt:lpstr>
      <vt:lpstr>シェイプ(次元)</vt:lpstr>
      <vt:lpstr>シェイプ(次元)</vt:lpstr>
      <vt:lpstr>シェイプ(次元)</vt:lpstr>
      <vt:lpstr>シェイプ(次元)</vt:lpstr>
      <vt:lpstr>シェイプ(次元)</vt:lpstr>
      <vt:lpstr>シェイプ(次元)</vt:lpstr>
      <vt:lpstr>シェイプ(次元)</vt:lpstr>
      <vt:lpstr>シェイプ(次元)</vt:lpstr>
      <vt:lpstr>2つの壁（Shapeと数値化）</vt:lpstr>
      <vt:lpstr>2つの壁（Shapeと数値化）</vt:lpstr>
      <vt:lpstr>2つの壁（Shapeと数値化）</vt:lpstr>
      <vt:lpstr>2つの壁（Shapeと数値化）</vt:lpstr>
      <vt:lpstr>2つの壁（Shapeと数値化）</vt:lpstr>
      <vt:lpstr>2つの壁（Shapeと数値化）</vt:lpstr>
      <vt:lpstr>2つの壁（Shapeと数値化）</vt:lpstr>
      <vt:lpstr>2つの壁（Shapeと数値化）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工内　章広</dc:creator>
  <cp:lastModifiedBy>工内　章広</cp:lastModifiedBy>
  <cp:revision>2</cp:revision>
  <dcterms:created xsi:type="dcterms:W3CDTF">2025-12-02T04:55:17Z</dcterms:created>
  <dcterms:modified xsi:type="dcterms:W3CDTF">2025-12-13T07:24:13Z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0x0101001F1826688B18A7418BDC17859CAB5354</vt:lpwstr>
  </property>
</Properties>
</file>