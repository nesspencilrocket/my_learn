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4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4" y="19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3017A7-92C8-46CB-A01A-56672F7D4A7F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6C66F491-3096-4960-BCF2-FB439D4D4624}">
      <dgm:prSet phldrT="[テキスト]" phldr="0"/>
      <dgm:spPr/>
      <dgm:t>
        <a:bodyPr/>
        <a:lstStyle/>
        <a:p>
          <a:r>
            <a:rPr kumimoji="1" lang="ja-JP" altLang="en-US" dirty="0"/>
            <a:t>第</a:t>
          </a:r>
          <a:r>
            <a:rPr kumimoji="1" lang="en-US" altLang="ja-JP" dirty="0"/>
            <a:t>1</a:t>
          </a:r>
          <a:r>
            <a:rPr kumimoji="1" lang="ja-JP" altLang="en-US" dirty="0"/>
            <a:t>章</a:t>
          </a:r>
        </a:p>
      </dgm:t>
    </dgm:pt>
    <dgm:pt modelId="{301C343F-FD59-4797-868A-C4C865B324B5}" type="parTrans" cxnId="{80582721-0661-4F71-ACFC-2249E92589A4}">
      <dgm:prSet/>
      <dgm:spPr/>
      <dgm:t>
        <a:bodyPr/>
        <a:lstStyle/>
        <a:p>
          <a:endParaRPr kumimoji="1" lang="ja-JP" altLang="en-US"/>
        </a:p>
      </dgm:t>
    </dgm:pt>
    <dgm:pt modelId="{8210F95E-2084-4F93-83A0-8D9A09795211}" type="sibTrans" cxnId="{80582721-0661-4F71-ACFC-2249E92589A4}">
      <dgm:prSet/>
      <dgm:spPr/>
      <dgm:t>
        <a:bodyPr/>
        <a:lstStyle/>
        <a:p>
          <a:endParaRPr kumimoji="1" lang="ja-JP" altLang="en-US"/>
        </a:p>
      </dgm:t>
    </dgm:pt>
    <dgm:pt modelId="{3008CA76-FB94-45C8-AA29-E4FFB0AF1575}">
      <dgm:prSet phldrT="[テキスト]"/>
      <dgm:spPr/>
      <dgm:t>
        <a:bodyPr/>
        <a:lstStyle/>
        <a:p>
          <a:r>
            <a:rPr kumimoji="1" lang="ja-JP" altLang="en-US" dirty="0"/>
            <a:t>土台作り</a:t>
          </a:r>
        </a:p>
      </dgm:t>
    </dgm:pt>
    <dgm:pt modelId="{3EF1978A-616D-4CA0-A671-8ED8F86E1638}" type="parTrans" cxnId="{E774ECCC-E6A2-4272-AA35-DC9150275CD4}">
      <dgm:prSet/>
      <dgm:spPr/>
      <dgm:t>
        <a:bodyPr/>
        <a:lstStyle/>
        <a:p>
          <a:endParaRPr kumimoji="1" lang="ja-JP" altLang="en-US"/>
        </a:p>
      </dgm:t>
    </dgm:pt>
    <dgm:pt modelId="{F7A042F3-F1C2-4FF7-A185-D52B6C042948}" type="sibTrans" cxnId="{E774ECCC-E6A2-4272-AA35-DC9150275CD4}">
      <dgm:prSet/>
      <dgm:spPr/>
      <dgm:t>
        <a:bodyPr/>
        <a:lstStyle/>
        <a:p>
          <a:endParaRPr kumimoji="1" lang="ja-JP" altLang="en-US"/>
        </a:p>
      </dgm:t>
    </dgm:pt>
    <dgm:pt modelId="{CA48A19C-3F47-4638-893D-5948D3664EBC}">
      <dgm:prSet phldrT="[テキスト]" phldr="0"/>
      <dgm:spPr/>
      <dgm:t>
        <a:bodyPr/>
        <a:lstStyle/>
        <a:p>
          <a:r>
            <a:rPr kumimoji="1" lang="en-US" altLang="ja-JP" dirty="0" err="1"/>
            <a:t>VSCode</a:t>
          </a:r>
          <a:endParaRPr kumimoji="1" lang="ja-JP" altLang="en-US" dirty="0"/>
        </a:p>
      </dgm:t>
    </dgm:pt>
    <dgm:pt modelId="{A5104A1C-0341-4C90-B087-8C0D5D866C5D}" type="parTrans" cxnId="{44695F32-D57B-42EF-A03C-87EA0F196E3A}">
      <dgm:prSet/>
      <dgm:spPr/>
      <dgm:t>
        <a:bodyPr/>
        <a:lstStyle/>
        <a:p>
          <a:endParaRPr kumimoji="1" lang="ja-JP" altLang="en-US"/>
        </a:p>
      </dgm:t>
    </dgm:pt>
    <dgm:pt modelId="{E524706A-6831-4CBA-B00B-B73ACEC6DF1D}" type="sibTrans" cxnId="{44695F32-D57B-42EF-A03C-87EA0F196E3A}">
      <dgm:prSet/>
      <dgm:spPr/>
      <dgm:t>
        <a:bodyPr/>
        <a:lstStyle/>
        <a:p>
          <a:endParaRPr kumimoji="1" lang="ja-JP" altLang="en-US"/>
        </a:p>
      </dgm:t>
    </dgm:pt>
    <dgm:pt modelId="{C8D35E3A-ABD4-407B-B853-1FAF8553C5C0}">
      <dgm:prSet phldrT="[テキスト]" phldr="0"/>
      <dgm:spPr/>
      <dgm:t>
        <a:bodyPr/>
        <a:lstStyle/>
        <a:p>
          <a:endParaRPr kumimoji="1" lang="ja-JP" altLang="en-US" dirty="0"/>
        </a:p>
      </dgm:t>
    </dgm:pt>
    <dgm:pt modelId="{BC4AB639-4B41-4183-A117-453CA7B4B660}" type="parTrans" cxnId="{2319B10E-D720-4D27-B9C8-DDA14CE946EE}">
      <dgm:prSet/>
      <dgm:spPr/>
      <dgm:t>
        <a:bodyPr/>
        <a:lstStyle/>
        <a:p>
          <a:endParaRPr kumimoji="1" lang="ja-JP" altLang="en-US"/>
        </a:p>
      </dgm:t>
    </dgm:pt>
    <dgm:pt modelId="{84995A36-4EFD-43BC-9B41-FC40BE69C299}" type="sibTrans" cxnId="{2319B10E-D720-4D27-B9C8-DDA14CE946EE}">
      <dgm:prSet/>
      <dgm:spPr/>
      <dgm:t>
        <a:bodyPr/>
        <a:lstStyle/>
        <a:p>
          <a:endParaRPr kumimoji="1" lang="ja-JP" altLang="en-US"/>
        </a:p>
      </dgm:t>
    </dgm:pt>
    <dgm:pt modelId="{F59B664A-66B4-40CD-AE76-F6139E351F36}" type="pres">
      <dgm:prSet presAssocID="{D53017A7-92C8-46CB-A01A-56672F7D4A7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34C968-1064-4731-9E66-9BD1AC46D175}" type="pres">
      <dgm:prSet presAssocID="{6C66F491-3096-4960-BCF2-FB439D4D4624}" presName="root" presStyleCnt="0"/>
      <dgm:spPr/>
    </dgm:pt>
    <dgm:pt modelId="{82AE87AC-A198-4384-8540-7FB87E98A932}" type="pres">
      <dgm:prSet presAssocID="{6C66F491-3096-4960-BCF2-FB439D4D4624}" presName="rootComposite" presStyleCnt="0"/>
      <dgm:spPr/>
    </dgm:pt>
    <dgm:pt modelId="{FD805897-13FA-486E-89F7-6F9BC8C8C572}" type="pres">
      <dgm:prSet presAssocID="{6C66F491-3096-4960-BCF2-FB439D4D4624}" presName="rootText" presStyleLbl="node1" presStyleIdx="0" presStyleCnt="1"/>
      <dgm:spPr/>
    </dgm:pt>
    <dgm:pt modelId="{F0C95B56-E49E-4009-BC92-AE7812C1FB0D}" type="pres">
      <dgm:prSet presAssocID="{6C66F491-3096-4960-BCF2-FB439D4D4624}" presName="rootConnector" presStyleLbl="node1" presStyleIdx="0" presStyleCnt="1"/>
      <dgm:spPr/>
    </dgm:pt>
    <dgm:pt modelId="{5CFDC821-7A70-4631-AC46-7D629594EACA}" type="pres">
      <dgm:prSet presAssocID="{6C66F491-3096-4960-BCF2-FB439D4D4624}" presName="childShape" presStyleCnt="0"/>
      <dgm:spPr/>
    </dgm:pt>
    <dgm:pt modelId="{F98E6131-FF78-4B0A-B541-367969599C7E}" type="pres">
      <dgm:prSet presAssocID="{3EF1978A-616D-4CA0-A671-8ED8F86E1638}" presName="Name13" presStyleLbl="parChTrans1D2" presStyleIdx="0" presStyleCnt="3"/>
      <dgm:spPr/>
    </dgm:pt>
    <dgm:pt modelId="{D6F4EB9A-5649-4E16-AD8A-6FDE71FC6A6E}" type="pres">
      <dgm:prSet presAssocID="{3008CA76-FB94-45C8-AA29-E4FFB0AF1575}" presName="childText" presStyleLbl="bgAcc1" presStyleIdx="0" presStyleCnt="3">
        <dgm:presLayoutVars>
          <dgm:bulletEnabled val="1"/>
        </dgm:presLayoutVars>
      </dgm:prSet>
      <dgm:spPr/>
    </dgm:pt>
    <dgm:pt modelId="{EF6F9FA7-06DF-4F18-A5D3-E7ED2D4DD0E4}" type="pres">
      <dgm:prSet presAssocID="{A5104A1C-0341-4C90-B087-8C0D5D866C5D}" presName="Name13" presStyleLbl="parChTrans1D2" presStyleIdx="1" presStyleCnt="3"/>
      <dgm:spPr/>
    </dgm:pt>
    <dgm:pt modelId="{966A6FDE-2B08-4BBB-B6FF-16ED3AFE4E04}" type="pres">
      <dgm:prSet presAssocID="{CA48A19C-3F47-4638-893D-5948D3664EBC}" presName="childText" presStyleLbl="bgAcc1" presStyleIdx="1" presStyleCnt="3">
        <dgm:presLayoutVars>
          <dgm:bulletEnabled val="1"/>
        </dgm:presLayoutVars>
      </dgm:prSet>
      <dgm:spPr/>
    </dgm:pt>
    <dgm:pt modelId="{F0ADE912-3D99-41E0-95B1-AEA1AAA569DD}" type="pres">
      <dgm:prSet presAssocID="{BC4AB639-4B41-4183-A117-453CA7B4B660}" presName="Name13" presStyleLbl="parChTrans1D2" presStyleIdx="2" presStyleCnt="3"/>
      <dgm:spPr/>
    </dgm:pt>
    <dgm:pt modelId="{C3FC5894-895C-4223-B6F1-9B40F24FB6EB}" type="pres">
      <dgm:prSet presAssocID="{C8D35E3A-ABD4-407B-B853-1FAF8553C5C0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2319B10E-D720-4D27-B9C8-DDA14CE946EE}" srcId="{6C66F491-3096-4960-BCF2-FB439D4D4624}" destId="{C8D35E3A-ABD4-407B-B853-1FAF8553C5C0}" srcOrd="2" destOrd="0" parTransId="{BC4AB639-4B41-4183-A117-453CA7B4B660}" sibTransId="{84995A36-4EFD-43BC-9B41-FC40BE69C299}"/>
    <dgm:cxn modelId="{AA9A1812-FACF-40D4-8FAF-B674614ABCCA}" type="presOf" srcId="{6C66F491-3096-4960-BCF2-FB439D4D4624}" destId="{FD805897-13FA-486E-89F7-6F9BC8C8C572}" srcOrd="0" destOrd="0" presId="urn:microsoft.com/office/officeart/2005/8/layout/hierarchy3"/>
    <dgm:cxn modelId="{80582721-0661-4F71-ACFC-2249E92589A4}" srcId="{D53017A7-92C8-46CB-A01A-56672F7D4A7F}" destId="{6C66F491-3096-4960-BCF2-FB439D4D4624}" srcOrd="0" destOrd="0" parTransId="{301C343F-FD59-4797-868A-C4C865B324B5}" sibTransId="{8210F95E-2084-4F93-83A0-8D9A09795211}"/>
    <dgm:cxn modelId="{44695F32-D57B-42EF-A03C-87EA0F196E3A}" srcId="{6C66F491-3096-4960-BCF2-FB439D4D4624}" destId="{CA48A19C-3F47-4638-893D-5948D3664EBC}" srcOrd="1" destOrd="0" parTransId="{A5104A1C-0341-4C90-B087-8C0D5D866C5D}" sibTransId="{E524706A-6831-4CBA-B00B-B73ACEC6DF1D}"/>
    <dgm:cxn modelId="{8339E76B-D1E8-401C-9155-0FC9DB70E53A}" type="presOf" srcId="{D53017A7-92C8-46CB-A01A-56672F7D4A7F}" destId="{F59B664A-66B4-40CD-AE76-F6139E351F36}" srcOrd="0" destOrd="0" presId="urn:microsoft.com/office/officeart/2005/8/layout/hierarchy3"/>
    <dgm:cxn modelId="{EAB9AC7A-C368-434C-BF02-AB83E6247602}" type="presOf" srcId="{6C66F491-3096-4960-BCF2-FB439D4D4624}" destId="{F0C95B56-E49E-4009-BC92-AE7812C1FB0D}" srcOrd="1" destOrd="0" presId="urn:microsoft.com/office/officeart/2005/8/layout/hierarchy3"/>
    <dgm:cxn modelId="{0743D37C-4E1C-43F5-A1FA-CF62230CD0CD}" type="presOf" srcId="{BC4AB639-4B41-4183-A117-453CA7B4B660}" destId="{F0ADE912-3D99-41E0-95B1-AEA1AAA569DD}" srcOrd="0" destOrd="0" presId="urn:microsoft.com/office/officeart/2005/8/layout/hierarchy3"/>
    <dgm:cxn modelId="{6AFAEB94-1186-4A3C-9389-31F85E4228CF}" type="presOf" srcId="{CA48A19C-3F47-4638-893D-5948D3664EBC}" destId="{966A6FDE-2B08-4BBB-B6FF-16ED3AFE4E04}" srcOrd="0" destOrd="0" presId="urn:microsoft.com/office/officeart/2005/8/layout/hierarchy3"/>
    <dgm:cxn modelId="{29C7D59B-D3D5-49C3-B551-8CADD042983F}" type="presOf" srcId="{3008CA76-FB94-45C8-AA29-E4FFB0AF1575}" destId="{D6F4EB9A-5649-4E16-AD8A-6FDE71FC6A6E}" srcOrd="0" destOrd="0" presId="urn:microsoft.com/office/officeart/2005/8/layout/hierarchy3"/>
    <dgm:cxn modelId="{3407AAA5-2FF7-4F5E-9278-4F48FEE65EDE}" type="presOf" srcId="{A5104A1C-0341-4C90-B087-8C0D5D866C5D}" destId="{EF6F9FA7-06DF-4F18-A5D3-E7ED2D4DD0E4}" srcOrd="0" destOrd="0" presId="urn:microsoft.com/office/officeart/2005/8/layout/hierarchy3"/>
    <dgm:cxn modelId="{3D32FFB3-1956-43FF-AC02-40E7F33AE887}" type="presOf" srcId="{3EF1978A-616D-4CA0-A671-8ED8F86E1638}" destId="{F98E6131-FF78-4B0A-B541-367969599C7E}" srcOrd="0" destOrd="0" presId="urn:microsoft.com/office/officeart/2005/8/layout/hierarchy3"/>
    <dgm:cxn modelId="{46D898C4-058B-46E6-B5E4-226B056433E2}" type="presOf" srcId="{C8D35E3A-ABD4-407B-B853-1FAF8553C5C0}" destId="{C3FC5894-895C-4223-B6F1-9B40F24FB6EB}" srcOrd="0" destOrd="0" presId="urn:microsoft.com/office/officeart/2005/8/layout/hierarchy3"/>
    <dgm:cxn modelId="{E774ECCC-E6A2-4272-AA35-DC9150275CD4}" srcId="{6C66F491-3096-4960-BCF2-FB439D4D4624}" destId="{3008CA76-FB94-45C8-AA29-E4FFB0AF1575}" srcOrd="0" destOrd="0" parTransId="{3EF1978A-616D-4CA0-A671-8ED8F86E1638}" sibTransId="{F7A042F3-F1C2-4FF7-A185-D52B6C042948}"/>
    <dgm:cxn modelId="{B6439ADB-303D-4DEB-9C99-1F5275DBFC5D}" type="presParOf" srcId="{F59B664A-66B4-40CD-AE76-F6139E351F36}" destId="{1534C968-1064-4731-9E66-9BD1AC46D175}" srcOrd="0" destOrd="0" presId="urn:microsoft.com/office/officeart/2005/8/layout/hierarchy3"/>
    <dgm:cxn modelId="{E6B6FD60-76F3-4072-A061-6182084282F7}" type="presParOf" srcId="{1534C968-1064-4731-9E66-9BD1AC46D175}" destId="{82AE87AC-A198-4384-8540-7FB87E98A932}" srcOrd="0" destOrd="0" presId="urn:microsoft.com/office/officeart/2005/8/layout/hierarchy3"/>
    <dgm:cxn modelId="{9CD3F3D3-5FC2-418D-AA2B-224DEE9AF751}" type="presParOf" srcId="{82AE87AC-A198-4384-8540-7FB87E98A932}" destId="{FD805897-13FA-486E-89F7-6F9BC8C8C572}" srcOrd="0" destOrd="0" presId="urn:microsoft.com/office/officeart/2005/8/layout/hierarchy3"/>
    <dgm:cxn modelId="{1692A92A-5AB0-42B0-91E0-6DAA5B746AAE}" type="presParOf" srcId="{82AE87AC-A198-4384-8540-7FB87E98A932}" destId="{F0C95B56-E49E-4009-BC92-AE7812C1FB0D}" srcOrd="1" destOrd="0" presId="urn:microsoft.com/office/officeart/2005/8/layout/hierarchy3"/>
    <dgm:cxn modelId="{308DC7E7-6054-48F4-9B81-BA7D9E2FF29C}" type="presParOf" srcId="{1534C968-1064-4731-9E66-9BD1AC46D175}" destId="{5CFDC821-7A70-4631-AC46-7D629594EACA}" srcOrd="1" destOrd="0" presId="urn:microsoft.com/office/officeart/2005/8/layout/hierarchy3"/>
    <dgm:cxn modelId="{9C19F1EA-8579-4146-9523-EA6243E53B8C}" type="presParOf" srcId="{5CFDC821-7A70-4631-AC46-7D629594EACA}" destId="{F98E6131-FF78-4B0A-B541-367969599C7E}" srcOrd="0" destOrd="0" presId="urn:microsoft.com/office/officeart/2005/8/layout/hierarchy3"/>
    <dgm:cxn modelId="{8E25D031-0E12-4006-8674-2D0CD4C1B0F5}" type="presParOf" srcId="{5CFDC821-7A70-4631-AC46-7D629594EACA}" destId="{D6F4EB9A-5649-4E16-AD8A-6FDE71FC6A6E}" srcOrd="1" destOrd="0" presId="urn:microsoft.com/office/officeart/2005/8/layout/hierarchy3"/>
    <dgm:cxn modelId="{9E29D049-A513-4E60-A424-D2EE0FD26DE2}" type="presParOf" srcId="{5CFDC821-7A70-4631-AC46-7D629594EACA}" destId="{EF6F9FA7-06DF-4F18-A5D3-E7ED2D4DD0E4}" srcOrd="2" destOrd="0" presId="urn:microsoft.com/office/officeart/2005/8/layout/hierarchy3"/>
    <dgm:cxn modelId="{7301F356-93E5-47D4-B4EC-8BB38C3B58FF}" type="presParOf" srcId="{5CFDC821-7A70-4631-AC46-7D629594EACA}" destId="{966A6FDE-2B08-4BBB-B6FF-16ED3AFE4E04}" srcOrd="3" destOrd="0" presId="urn:microsoft.com/office/officeart/2005/8/layout/hierarchy3"/>
    <dgm:cxn modelId="{FC487BC3-F641-4E82-9376-EFE94B037CA7}" type="presParOf" srcId="{5CFDC821-7A70-4631-AC46-7D629594EACA}" destId="{F0ADE912-3D99-41E0-95B1-AEA1AAA569DD}" srcOrd="4" destOrd="0" presId="urn:microsoft.com/office/officeart/2005/8/layout/hierarchy3"/>
    <dgm:cxn modelId="{DC69FDED-0003-49D4-8EC8-52DBCC86CC41}" type="presParOf" srcId="{5CFDC821-7A70-4631-AC46-7D629594EACA}" destId="{C3FC5894-895C-4223-B6F1-9B40F24FB6EB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805897-13FA-486E-89F7-6F9BC8C8C572}">
      <dsp:nvSpPr>
        <dsp:cNvPr id="0" name=""/>
        <dsp:cNvSpPr/>
      </dsp:nvSpPr>
      <dsp:spPr>
        <a:xfrm>
          <a:off x="0" y="1840112"/>
          <a:ext cx="1285873" cy="6429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700" kern="1200" dirty="0"/>
            <a:t>第</a:t>
          </a:r>
          <a:r>
            <a:rPr kumimoji="1" lang="en-US" altLang="ja-JP" sz="2700" kern="1200" dirty="0"/>
            <a:t>1</a:t>
          </a:r>
          <a:r>
            <a:rPr kumimoji="1" lang="ja-JP" altLang="en-US" sz="2700" kern="1200" dirty="0"/>
            <a:t>章</a:t>
          </a:r>
        </a:p>
      </dsp:txBody>
      <dsp:txXfrm>
        <a:off x="18831" y="1858943"/>
        <a:ext cx="1248211" cy="605274"/>
      </dsp:txXfrm>
    </dsp:sp>
    <dsp:sp modelId="{F98E6131-FF78-4B0A-B541-367969599C7E}">
      <dsp:nvSpPr>
        <dsp:cNvPr id="0" name=""/>
        <dsp:cNvSpPr/>
      </dsp:nvSpPr>
      <dsp:spPr>
        <a:xfrm>
          <a:off x="128587" y="2483049"/>
          <a:ext cx="128587" cy="482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2202"/>
              </a:lnTo>
              <a:lnTo>
                <a:pt x="128587" y="4822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F4EB9A-5649-4E16-AD8A-6FDE71FC6A6E}">
      <dsp:nvSpPr>
        <dsp:cNvPr id="0" name=""/>
        <dsp:cNvSpPr/>
      </dsp:nvSpPr>
      <dsp:spPr>
        <a:xfrm>
          <a:off x="257174" y="2643783"/>
          <a:ext cx="1028699" cy="6429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/>
            <a:t>土台作り</a:t>
          </a:r>
        </a:p>
      </dsp:txBody>
      <dsp:txXfrm>
        <a:off x="276005" y="2662614"/>
        <a:ext cx="991037" cy="605274"/>
      </dsp:txXfrm>
    </dsp:sp>
    <dsp:sp modelId="{EF6F9FA7-06DF-4F18-A5D3-E7ED2D4DD0E4}">
      <dsp:nvSpPr>
        <dsp:cNvPr id="0" name=""/>
        <dsp:cNvSpPr/>
      </dsp:nvSpPr>
      <dsp:spPr>
        <a:xfrm>
          <a:off x="128587" y="2483049"/>
          <a:ext cx="128587" cy="12858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5873"/>
              </a:lnTo>
              <a:lnTo>
                <a:pt x="128587" y="128587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6A6FDE-2B08-4BBB-B6FF-16ED3AFE4E04}">
      <dsp:nvSpPr>
        <dsp:cNvPr id="0" name=""/>
        <dsp:cNvSpPr/>
      </dsp:nvSpPr>
      <dsp:spPr>
        <a:xfrm>
          <a:off x="257174" y="3447454"/>
          <a:ext cx="1028699" cy="6429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kern="1200" dirty="0" err="1"/>
            <a:t>VSCode</a:t>
          </a:r>
          <a:endParaRPr kumimoji="1" lang="ja-JP" altLang="en-US" sz="1800" kern="1200" dirty="0"/>
        </a:p>
      </dsp:txBody>
      <dsp:txXfrm>
        <a:off x="276005" y="3466285"/>
        <a:ext cx="991037" cy="605274"/>
      </dsp:txXfrm>
    </dsp:sp>
    <dsp:sp modelId="{F0ADE912-3D99-41E0-95B1-AEA1AAA569DD}">
      <dsp:nvSpPr>
        <dsp:cNvPr id="0" name=""/>
        <dsp:cNvSpPr/>
      </dsp:nvSpPr>
      <dsp:spPr>
        <a:xfrm>
          <a:off x="128587" y="2483049"/>
          <a:ext cx="128587" cy="2089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9545"/>
              </a:lnTo>
              <a:lnTo>
                <a:pt x="128587" y="20895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FC5894-895C-4223-B6F1-9B40F24FB6EB}">
      <dsp:nvSpPr>
        <dsp:cNvPr id="0" name=""/>
        <dsp:cNvSpPr/>
      </dsp:nvSpPr>
      <dsp:spPr>
        <a:xfrm>
          <a:off x="257174" y="4251125"/>
          <a:ext cx="1028699" cy="6429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800" kern="1200" dirty="0"/>
        </a:p>
      </dsp:txBody>
      <dsp:txXfrm>
        <a:off x="276005" y="4269956"/>
        <a:ext cx="991037" cy="605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4449D6-D9F5-BC14-6130-5E5ABF461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B8F4083-9233-367F-45CF-FFEEDA69A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10E8C8-D490-1690-AEBA-FD07476D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0AEE33-18C9-40E5-D3B0-AAE1E663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D9CB92-C923-B61D-B3AC-D5344AE5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280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5D9A3E-478D-AD93-5AD3-40AA3EC7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FD2799-FF32-7827-B56D-5B68106CB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3DF401-88E2-8081-076A-9CD47606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120D95-0A97-C678-9C53-92D393F7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39B1E-3990-A386-D3DC-3DA9D2801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03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0BF1E4-4159-4938-73E9-2828DA02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96775E-4886-2361-8937-BC175E211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44991-4346-81BC-D52B-FE9538EE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E1C2AE-BA55-2646-6B82-89E41B905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AE60A0-76EB-AA4B-F2BE-07099791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22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867100-699D-7F8E-3916-D9F377F8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38D6C6-B700-6036-7431-4A3982C3F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A08EF4-0FA1-40FB-7041-5D8464D3D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3AD9FB-78F7-31AF-096A-547EF1B5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3FA3DF-A173-44BD-6EE0-873841BDE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35B611-0752-28B4-6111-3673B39F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25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572E3E-B37D-8310-3882-03583303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84A2DD-DC72-78B3-BD2D-03F061BD2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45F1EA-21BF-15DD-EF32-47C12EC4C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0BB0248-EF2A-7BA3-061A-894C76FAC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FEE81C-593D-3C6B-628D-DB78A3D3E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BBB25A-D706-6FDC-B25A-76231361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59AE867-9125-1578-F83A-C57ACAFF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A44CFC-A81B-81F1-9A0E-12C5C13E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739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B89F7-3605-760D-0575-E17351B4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ACF766E-0F7E-DC8C-59FD-5BA808D4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BB01E2-D860-CC87-7C77-D7C4D97EC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E7EB75-0B76-8575-C273-D732AF0B1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950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E4BCC6-AB14-0EB6-8394-F5CF30DD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E3D999E-4882-514D-24DC-AFAFAC77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0B5A74-E46B-D3F9-8EE3-E98DA64D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32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5DCDD0-5332-FEC3-8706-659D98E73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CC3B83-1C4D-2F80-A6F0-F6ED46304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E9370B-9BC3-ABBA-4F8B-FC6B9389C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238655-900C-188D-DFC6-BA2D5ABF6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91DCE2-4907-FE60-973F-904448AB5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C0E309-2B10-4753-BE95-F9F3910B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9019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99F9E7-E8B8-8324-1DA1-5050E9F29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7F62B5-347D-E952-8610-66F3E05EA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B8C760-D127-11B3-677B-987285952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A6BB1D-304D-D2BD-4AE5-D3F082E87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80E4EF-79E3-8AB2-7AAC-211EFFAA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B9F3ED-104F-808B-B813-623FB0CB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100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D2C8E0-E4E4-EA2B-C031-62B5634C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82CD04-61EF-C42F-96FC-CA8C55244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7051B5-58A2-0B76-B54C-0E4076C7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B01FBE-CE47-F64A-0E06-1C326D15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29928E-F950-C2B1-9523-C2D8B588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10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C7FBA53-E832-4733-498C-424952C7B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CF27C0-40BB-D41B-8E1B-8BAA525A7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BAE9FF-9E25-39AE-5579-0BA7154D2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95DB4A-EAFA-D0F4-64FB-D7EE46B9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F3FC47-7AAF-1AB8-26C3-2BD8DECD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6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D1E7184-B6CA-4270-1816-64B3FC01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C70982-33D8-F39D-FFE2-2EA950F13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A14115-A168-743D-C8E2-2BB0E2A10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4DF08-DF54-4AAF-8CFC-CE4FCA46CB03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0F66DD-152C-50E6-1966-95C092A3A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6993AE-B8CE-D18E-04FD-182EC8AA4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FDB5D-F237-4214-B0A2-9497E8E5CD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405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0B7707-37FE-90D4-4E20-38DEB5F1F7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MyLearn_Python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4F53A40-AA05-EB98-72C6-A79C50B227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49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8A540D-7E51-E0F5-FA98-F2016292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0E448644-17D6-8840-FA6F-592F1AE94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417413"/>
              </p:ext>
            </p:extLst>
          </p:nvPr>
        </p:nvGraphicFramePr>
        <p:xfrm>
          <a:off x="10791826" y="0"/>
          <a:ext cx="1285874" cy="6734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1294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0231BC-F2D0-B88A-148C-4A2851065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土台作り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CD1B66-729F-B4FA-3760-06F95B80A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Python</a:t>
            </a:r>
            <a:r>
              <a:rPr lang="ja-JP" altLang="en-US" dirty="0"/>
              <a:t>を使うために、こちらも準備が必要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1.Visual Studio Code</a:t>
            </a:r>
            <a:r>
              <a:rPr lang="ja-JP" altLang="en-US" dirty="0"/>
              <a:t>をインストールし、行っていく</a:t>
            </a:r>
            <a:r>
              <a:rPr lang="en-US" altLang="ja-JP" dirty="0"/>
              <a:t>(</a:t>
            </a:r>
            <a:r>
              <a:rPr lang="ja-JP" altLang="en-US" dirty="0"/>
              <a:t>推奨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2.Anaconda</a:t>
            </a:r>
            <a:r>
              <a:rPr lang="ja-JP" altLang="en-US" dirty="0"/>
              <a:t>を使用する</a:t>
            </a:r>
            <a:r>
              <a:rPr lang="en-US" altLang="ja-JP" dirty="0"/>
              <a:t>(</a:t>
            </a:r>
            <a:r>
              <a:rPr lang="ja-JP" altLang="en-US" dirty="0"/>
              <a:t>重くなる、初学者向け、容量あるなら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3.PyCharm</a:t>
            </a:r>
            <a:r>
              <a:rPr lang="ja-JP" altLang="en-US" dirty="0"/>
              <a:t>を使用する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en-US" altLang="ja-JP" dirty="0"/>
              <a:t>(</a:t>
            </a:r>
            <a:r>
              <a:rPr lang="ja-JP" altLang="en-US" dirty="0"/>
              <a:t>少し重くなる、</a:t>
            </a:r>
            <a:r>
              <a:rPr lang="en-US" altLang="ja-JP" dirty="0"/>
              <a:t>Python</a:t>
            </a:r>
            <a:r>
              <a:rPr lang="ja-JP" altLang="en-US" dirty="0"/>
              <a:t>のみ、初学者向け、容量あるなら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3426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850A7-2C83-2F22-355D-4C8EE9C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934700" cy="1325563"/>
          </a:xfrm>
        </p:spPr>
        <p:txBody>
          <a:bodyPr/>
          <a:lstStyle/>
          <a:p>
            <a:r>
              <a:rPr kumimoji="1" lang="en-US" altLang="ja-JP" dirty="0"/>
              <a:t>Visual Studio Code</a:t>
            </a:r>
            <a:r>
              <a:rPr lang="en-US" altLang="ja-JP" dirty="0"/>
              <a:t>(</a:t>
            </a:r>
            <a:r>
              <a:rPr lang="en-US" altLang="ja-JP" dirty="0" err="1"/>
              <a:t>VSCode</a:t>
            </a:r>
            <a:r>
              <a:rPr lang="en-US" altLang="ja-JP" dirty="0"/>
              <a:t>)</a:t>
            </a:r>
            <a:r>
              <a:rPr lang="ja-JP" altLang="en-US" dirty="0"/>
              <a:t>で</a:t>
            </a:r>
            <a:r>
              <a:rPr lang="en-US" altLang="ja-JP" dirty="0"/>
              <a:t>Python</a:t>
            </a:r>
            <a:r>
              <a:rPr lang="ja-JP" altLang="en-US" dirty="0"/>
              <a:t>を使う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FF036-4D1F-9AD1-281F-BE7C8A020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公式サイトからお好みの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をインストールし、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VSCode</a:t>
            </a:r>
            <a:r>
              <a:rPr lang="ja-JP" altLang="en-US" dirty="0"/>
              <a:t>で動くようにする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2451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6FD4D4-3C35-AC33-ADB8-AEC64628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外部ライブラリの管理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0F657B0-D5D6-567F-358F-F55198BDB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57262"/>
            <a:ext cx="9840424" cy="296703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4A4E156-A750-AED1-F56B-53E2B82B7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84786"/>
            <a:ext cx="10875367" cy="247321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A9C8B0-DDF4-C663-7E91-EF366D6DE65F}"/>
              </a:ext>
            </a:extLst>
          </p:cNvPr>
          <p:cNvSpPr txBox="1"/>
          <p:nvPr/>
        </p:nvSpPr>
        <p:spPr>
          <a:xfrm>
            <a:off x="11137073" y="59961"/>
            <a:ext cx="8400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>
                <a:solidFill>
                  <a:srgbClr val="FF0000"/>
                </a:solidFill>
              </a:rPr>
              <a:t>覚</a:t>
            </a:r>
          </a:p>
        </p:txBody>
      </p:sp>
    </p:spTree>
    <p:extLst>
      <p:ext uri="{BB962C8B-B14F-4D97-AF65-F5344CB8AC3E}">
        <p14:creationId xmlns:p14="http://schemas.microsoft.com/office/powerpoint/2010/main" val="280764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B819B-CBDA-B305-E35F-EC2C9C4C6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外部ライブラリの管理②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9CA785-E268-564D-D64A-1729F9EE2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4573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pip </a:t>
            </a:r>
            <a:r>
              <a:rPr lang="ja-JP" altLang="en-US" dirty="0"/>
              <a:t>と</a:t>
            </a:r>
            <a:r>
              <a:rPr lang="en-US" altLang="ja-JP" dirty="0"/>
              <a:t>import</a:t>
            </a:r>
            <a:r>
              <a:rPr lang="ja-JP" altLang="en-US" dirty="0"/>
              <a:t>の違い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106C010-DAA7-59CA-BDB3-4FAED6481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991" y="2149578"/>
            <a:ext cx="7563220" cy="325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2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7E443B-5840-8467-9AB4-9BECF5FE0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外部ライブラリの管理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3E2425BF-856B-C37E-79C6-56DFF1490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476" y="1156269"/>
            <a:ext cx="9009139" cy="512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16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468FC5-1D34-191B-EA4E-ECAC5FAA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52" y="0"/>
            <a:ext cx="1034321" cy="641252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外部</a:t>
            </a:r>
            <a:br>
              <a:rPr kumimoji="1" lang="en-US" altLang="ja-JP" dirty="0"/>
            </a:br>
            <a:r>
              <a:rPr kumimoji="1" lang="ja-JP" altLang="en-US" dirty="0"/>
              <a:t>ライブラリ</a:t>
            </a:r>
            <a:br>
              <a:rPr kumimoji="1" lang="en-US" altLang="ja-JP" dirty="0"/>
            </a:br>
            <a:r>
              <a:rPr kumimoji="1" lang="ja-JP" altLang="en-US" dirty="0"/>
              <a:t>の管理④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FCB1FD9-2282-FD53-85E8-A64E1680E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173" y="49924"/>
            <a:ext cx="7816368" cy="675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06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35A8ED-396B-F758-58DA-0BC60FB9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外部ライブラリの管理⑤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F855B71-4C98-2DB4-FCBA-3AA4B2A2B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732" y="1016155"/>
            <a:ext cx="8473140" cy="588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73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8A8335-8876-69F3-226E-34A07BCD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外部ライブラリの管理⑥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6316588-6603-5F7C-2E30-DC5DFCE3F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861" y="1325563"/>
            <a:ext cx="8130929" cy="360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92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F15ECE-2D8D-ABAC-EE19-5749F64D8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print</a:t>
            </a:r>
            <a:r>
              <a:rPr lang="ja-JP" altLang="en-US" dirty="0"/>
              <a:t>に式や変数を埋め込む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8285398-703C-9F14-F28E-1DF7F718F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890" y="991976"/>
            <a:ext cx="7135319" cy="28211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215F12A-7CA8-E64A-E8D1-EA4649182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472" y="1875135"/>
            <a:ext cx="8082814" cy="399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31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3EF463-DCB4-EC3C-C0B8-95EFABFB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print</a:t>
            </a:r>
            <a:r>
              <a:rPr lang="ja-JP" altLang="en-US" dirty="0"/>
              <a:t>に式や変数を埋め込む、応用①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7CC4DF2-B10F-67DF-DC0B-318CB3BB2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715" y="1096031"/>
            <a:ext cx="8214610" cy="550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30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22774-05CB-70DC-EE64-BD906138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print</a:t>
            </a:r>
            <a:r>
              <a:rPr lang="ja-JP" altLang="en-US" dirty="0"/>
              <a:t>に式や変数を埋め込む、応用②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223B955-E06D-6428-10B9-907029072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54074"/>
            <a:ext cx="9325068" cy="446588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6D5AAE9-ADC2-3ADD-9C97-C4A765DB5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699" y="1945086"/>
            <a:ext cx="2864909" cy="489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4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A15903-0439-0D5D-B0F9-8B0D5951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print</a:t>
            </a:r>
            <a:r>
              <a:rPr lang="ja-JP" altLang="en-US" dirty="0"/>
              <a:t>に式や変数を埋め込む、応用③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FF0A52-43F6-3DE8-83FF-B9C2218DF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64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f-strings</a:t>
            </a:r>
            <a:r>
              <a:rPr lang="ja-JP" altLang="en-US" dirty="0"/>
              <a:t>には、式の値とその結果を簡単に表示できるデバッグ機能 </a:t>
            </a:r>
            <a:r>
              <a:rPr lang="en-US" altLang="ja-JP" b="1" dirty="0"/>
              <a:t>=</a:t>
            </a:r>
            <a:r>
              <a:rPr lang="ja-JP" altLang="en-US" dirty="0"/>
              <a:t> があります（</a:t>
            </a:r>
            <a:r>
              <a:rPr lang="en-US" altLang="ja-JP" dirty="0"/>
              <a:t>Python 3.8</a:t>
            </a:r>
            <a:r>
              <a:rPr lang="ja-JP" altLang="en-US" dirty="0"/>
              <a:t>以降）。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0DA5C49-E024-86CA-B054-A59E673E8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637"/>
            <a:ext cx="4631961" cy="361550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72AB537-F39E-C91C-545A-CB53FBD12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961" y="1763637"/>
            <a:ext cx="4660028" cy="351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52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A99A34-ACBA-C9CA-14B0-FD14E92E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print</a:t>
            </a:r>
            <a:r>
              <a:rPr lang="ja-JP" altLang="en-US" dirty="0"/>
              <a:t>に式や変数を埋め込む、応用④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16E128F-40F9-DFD1-88BF-1533153D9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18272"/>
            <a:ext cx="9818557" cy="445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81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E45E1E-C1FC-45F6-CD8D-F23CAC2C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print</a:t>
            </a:r>
            <a:r>
              <a:rPr lang="ja-JP" altLang="en-US" dirty="0"/>
              <a:t>に式や変数を埋め込む、応用⑤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19B4680-BAC4-92BE-8DD3-8B63254FE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65" y="2494508"/>
            <a:ext cx="3410426" cy="206721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8A04D10-BA95-DDBC-93DA-9F368F927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636" y="2671631"/>
            <a:ext cx="3991532" cy="156231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B0B7E9-EE6A-037A-CC89-D26940FAD191}"/>
              </a:ext>
            </a:extLst>
          </p:cNvPr>
          <p:cNvSpPr txBox="1"/>
          <p:nvPr/>
        </p:nvSpPr>
        <p:spPr>
          <a:xfrm>
            <a:off x="4002375" y="3136612"/>
            <a:ext cx="5216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→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4DC546-EAA2-D227-2579-599EABF458F8}"/>
              </a:ext>
            </a:extLst>
          </p:cNvPr>
          <p:cNvSpPr txBox="1"/>
          <p:nvPr/>
        </p:nvSpPr>
        <p:spPr>
          <a:xfrm>
            <a:off x="262165" y="1299838"/>
            <a:ext cx="10178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{}</a:t>
            </a:r>
            <a:r>
              <a:rPr kumimoji="1" lang="ja-JP" altLang="en-US" sz="2000" dirty="0"/>
              <a:t>の中身は</a:t>
            </a:r>
            <a:r>
              <a:rPr kumimoji="1" lang="en-US" altLang="ja-JP" sz="2000" dirty="0"/>
              <a:t>Python</a:t>
            </a:r>
            <a:r>
              <a:rPr kumimoji="1" lang="ja-JP" altLang="en-US" sz="2000" dirty="0"/>
              <a:t>の支配下なので</a:t>
            </a:r>
            <a:r>
              <a:rPr kumimoji="1" lang="en-US" altLang="ja-JP" sz="2000" dirty="0"/>
              <a:t>/</a:t>
            </a:r>
            <a:r>
              <a:rPr kumimoji="1" lang="ja-JP" altLang="en-US" sz="2000" dirty="0"/>
              <a:t>があると「改行か何かかな？」と思ってしまう、</a:t>
            </a:r>
            <a:endParaRPr kumimoji="1" lang="en-US" altLang="ja-JP" sz="2000" dirty="0"/>
          </a:p>
          <a:p>
            <a:r>
              <a:rPr kumimoji="1" lang="ja-JP" altLang="en-US" sz="2000" dirty="0"/>
              <a:t>解決策として</a:t>
            </a:r>
            <a:r>
              <a:rPr kumimoji="1" lang="en-US" altLang="ja-JP" sz="2000" dirty="0"/>
              <a:t>//</a:t>
            </a:r>
            <a:r>
              <a:rPr kumimoji="1" lang="ja-JP" altLang="en-US" sz="2000" dirty="0"/>
              <a:t>と</a:t>
            </a:r>
            <a:r>
              <a:rPr kumimoji="1" lang="en-US" altLang="ja-JP" sz="2000" dirty="0"/>
              <a:t>2</a:t>
            </a:r>
            <a:r>
              <a:rPr kumimoji="1" lang="ja-JP" altLang="en-US" sz="2000" dirty="0"/>
              <a:t>回つけて、強調する</a:t>
            </a:r>
          </a:p>
        </p:txBody>
      </p:sp>
    </p:spTree>
    <p:extLst>
      <p:ext uri="{BB962C8B-B14F-4D97-AF65-F5344CB8AC3E}">
        <p14:creationId xmlns:p14="http://schemas.microsoft.com/office/powerpoint/2010/main" val="3512834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D96FB-1707-E158-D5C7-F332C29C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/>
              <a:t>インデックス操作とスライス操作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CA2232-99FC-F1DB-2F89-B1A5488CB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8162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257</Words>
  <Application>Microsoft Office PowerPoint</Application>
  <PresentationFormat>ワイド画面</PresentationFormat>
  <Paragraphs>36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游ゴシック</vt:lpstr>
      <vt:lpstr>游ゴシック Light</vt:lpstr>
      <vt:lpstr>Arial</vt:lpstr>
      <vt:lpstr>Office テーマ</vt:lpstr>
      <vt:lpstr>MyLearn_Python</vt:lpstr>
      <vt:lpstr>PowerPoint プレゼンテーション</vt:lpstr>
      <vt:lpstr>土台作り</vt:lpstr>
      <vt:lpstr>Visual Studio Code(VSCode)でPythonを使う</vt:lpstr>
      <vt:lpstr>外部ライブラリの管理</vt:lpstr>
      <vt:lpstr>外部ライブラリの管理②</vt:lpstr>
      <vt:lpstr>外部ライブラリの管理③</vt:lpstr>
      <vt:lpstr>外部 ライブラリ の管理④</vt:lpstr>
      <vt:lpstr>外部ライブラリの管理⑤</vt:lpstr>
      <vt:lpstr>外部ライブラリの管理⑥</vt:lpstr>
      <vt:lpstr>printに式や変数を埋め込む</vt:lpstr>
      <vt:lpstr>printに式や変数を埋め込む、応用①</vt:lpstr>
      <vt:lpstr>printに式や変数を埋め込む、応用②</vt:lpstr>
      <vt:lpstr>printに式や変数を埋め込む、応用③</vt:lpstr>
      <vt:lpstr>printに式や変数を埋め込む、応用④</vt:lpstr>
      <vt:lpstr>printに式や変数を埋め込む、応用⑤</vt:lpstr>
      <vt:lpstr>インデックス操作とスライス操作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工内　章広</dc:creator>
  <cp:lastModifiedBy>工内　章広</cp:lastModifiedBy>
  <cp:revision>1</cp:revision>
  <dcterms:created xsi:type="dcterms:W3CDTF">2025-11-27T01:56:52Z</dcterms:created>
  <dcterms:modified xsi:type="dcterms:W3CDTF">2025-11-27T04:11:39Z</dcterms:modified>
</cp:coreProperties>
</file>