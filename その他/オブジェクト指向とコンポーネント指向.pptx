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83" r:id="rId20"/>
    <p:sldId id="284" r:id="rId21"/>
    <p:sldId id="285" r:id="rId22"/>
    <p:sldId id="286" r:id="rId23"/>
    <p:sldId id="271" r:id="rId24"/>
    <p:sldId id="272" r:id="rId25"/>
    <p:sldId id="273" r:id="rId26"/>
    <p:sldId id="274" r:id="rId27"/>
    <p:sldId id="275" r:id="rId28"/>
    <p:sldId id="276" r:id="rId29"/>
    <p:sldId id="277" r:id="rId30"/>
    <p:sldId id="278" r:id="rId31"/>
    <p:sldId id="279" r:id="rId32"/>
    <p:sldId id="280" r:id="rId33"/>
    <p:sldId id="281" r:id="rId34"/>
    <p:sldId id="282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  <p:sldId id="304" r:id="rId53"/>
    <p:sldId id="305" r:id="rId54"/>
    <p:sldId id="308" r:id="rId55"/>
    <p:sldId id="309" r:id="rId56"/>
    <p:sldId id="310" r:id="rId57"/>
    <p:sldId id="311" r:id="rId58"/>
    <p:sldId id="312" r:id="rId59"/>
    <p:sldId id="313" r:id="rId60"/>
    <p:sldId id="314" r:id="rId61"/>
    <p:sldId id="315" r:id="rId62"/>
    <p:sldId id="316" r:id="rId63"/>
    <p:sldId id="317" r:id="rId64"/>
    <p:sldId id="318" r:id="rId65"/>
    <p:sldId id="319" r:id="rId66"/>
    <p:sldId id="320" r:id="rId67"/>
    <p:sldId id="321" r:id="rId68"/>
    <p:sldId id="322" r:id="rId69"/>
    <p:sldId id="323" r:id="rId70"/>
    <p:sldId id="324" r:id="rId71"/>
    <p:sldId id="306" r:id="rId72"/>
    <p:sldId id="325" r:id="rId73"/>
    <p:sldId id="326" r:id="rId74"/>
    <p:sldId id="327" r:id="rId75"/>
    <p:sldId id="328" r:id="rId76"/>
    <p:sldId id="329" r:id="rId77"/>
    <p:sldId id="330" r:id="rId78"/>
    <p:sldId id="331" r:id="rId79"/>
    <p:sldId id="332" r:id="rId80"/>
    <p:sldId id="333" r:id="rId81"/>
    <p:sldId id="334" r:id="rId8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9" autoAdjust="0"/>
    <p:restoredTop sz="94660"/>
  </p:normalViewPr>
  <p:slideViewPr>
    <p:cSldViewPr snapToGrid="0">
      <p:cViewPr varScale="1">
        <p:scale>
          <a:sx n="130" d="100"/>
          <a:sy n="130" d="100"/>
        </p:scale>
        <p:origin x="222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viewProps" Target="viewProps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slide" Target="slides/slide52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77" Type="http://schemas.openxmlformats.org/officeDocument/2006/relationships/slide" Target="slides/slide73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theme" Target="theme/theme1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61" Type="http://schemas.openxmlformats.org/officeDocument/2006/relationships/slide" Target="slides/slide57.xml"/><Relationship Id="rId82" Type="http://schemas.openxmlformats.org/officeDocument/2006/relationships/slide" Target="slides/slide7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5C99DD-20BF-52D4-5534-D29820D825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B71EA069-209A-F6C4-12B3-21A545103B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7E78B03-0698-2B77-0AEE-3AD7F61F6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7E3C-B9B4-4A6C-865A-6B108E9D659D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6C08210-5155-BB54-81E5-96F91421B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8A4FE56-4583-27E9-7637-AEE0FFE54B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1A65B-666D-4EE1-B55F-568191C1E7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07678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1B4A56-3585-F5B0-7C93-61CF9AB829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E8C46E6-E4FA-895F-AAFE-6605192155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ADB807C-6AC8-3360-EF13-CDABE01EB2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7E3C-B9B4-4A6C-865A-6B108E9D659D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DDF4FE0-B527-FDC0-A069-BFEB76557B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6AC4B83-FDAB-E401-C969-7F28A031E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1A65B-666D-4EE1-B55F-568191C1E7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507821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F78D185-51A6-1BB0-74A9-19C7CA948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02E39E1-6E6D-3812-7F7E-16A288F26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DF3824F-3A64-2591-B4CD-48FD0D49B7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7E3C-B9B4-4A6C-865A-6B108E9D659D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855A263-C1D4-1BC3-F803-919F2402EA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41ECDDD-F424-E607-A660-3510650D91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1A65B-666D-4EE1-B55F-568191C1E7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82537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EC834B-18B8-A477-95C7-2D4F974CF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34FFC82C-9DD7-23AE-217A-D89AB6628C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C9D058BF-F01C-092E-FC49-6C87DDBD24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606BB1C-6774-4A38-04A7-A81EF373B1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7E3C-B9B4-4A6C-865A-6B108E9D659D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A42E556-71D1-2EBC-FD8F-246321211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259DC8F-3492-FEF3-CA89-C374C0609C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1A65B-666D-4EE1-B55F-568191C1E7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827012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2E659E-D6D6-B933-1126-85D247295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8761B3D-FA3F-01F6-B8A1-BA13F1556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118128F7-9846-71B4-09F1-91CB97F925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6C311E1-411B-3401-0F4C-D3CC9AE28C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13D2665-C209-312D-5846-7B5CA68D865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202B15B-3C4F-A93E-EDDC-9F90B741F0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7E3C-B9B4-4A6C-865A-6B108E9D659D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112D6AB9-3DDA-0FAC-9644-0B2EA569E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C6A59B07-FCDF-F261-F2B7-A0D43A63F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1A65B-666D-4EE1-B55F-568191C1E7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14176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EC30F2A-EB8D-702A-A34B-8F79B20F6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6AC09D5-6CE5-EB8C-812C-3B769D05D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7E3C-B9B4-4A6C-865A-6B108E9D659D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D1148B3-4BC2-1980-B81C-57119D27E8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A8E9C3E-AD5A-8676-261D-B1E357FC5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1A65B-666D-4EE1-B55F-568191C1E7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9330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B5A4D0BC-DE73-45A3-80F4-790A5C38F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7E3C-B9B4-4A6C-865A-6B108E9D659D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5B9566FF-D300-44E8-6BB5-0E1CE52C10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11FB3F2-5581-8D8C-5EBA-1912BAC4E6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1A65B-666D-4EE1-B55F-568191C1E7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66025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9A6EB1-5978-42CE-26C4-4D644CE1B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D8EBDFC-19AD-C97D-239F-1A1440D7D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761E8AD5-3F73-31AD-D193-4108A52E0D1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626B701-7FF5-0D65-C6C0-AF3D4670A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7E3C-B9B4-4A6C-865A-6B108E9D659D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96C29FCC-749D-6DBA-2C21-7380ACEC87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C7909903-CED4-AB0F-2675-63874BA51C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1A65B-666D-4EE1-B55F-568191C1E7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72656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CA72011-E986-B7F9-E4EB-594CF2F11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48E3D69-5E87-8BA8-C470-2377CE77BF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0E0E337-7344-3C93-4EFC-7DA8DD164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749E5EE-51D3-CA7C-D4A9-27467AFE3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7E3C-B9B4-4A6C-865A-6B108E9D659D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24B60700-B1DB-3C4F-4309-B46220841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B2A2FD1-3B8D-EE79-86A3-5F94BF72C0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1A65B-666D-4EE1-B55F-568191C1E7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856900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9B099D4-8A85-54E0-3CD0-DE654DA8B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F253E66-1A55-274D-8C47-67FC95C410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F3F14B3-24E0-0385-E021-9634D7C871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7E3C-B9B4-4A6C-865A-6B108E9D659D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69D96742-21B7-1087-4899-A4BD039700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7CFA6E-14E4-2963-3B42-5D3680C5D0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1A65B-666D-4EE1-B55F-568191C1E7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294328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365BD2A5-8C4F-41C8-79ED-BB7098CC028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55A5243-8178-1D12-A2AC-9F85A76055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04796AD-2B13-11D5-BCFF-8902B93605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947E3C-B9B4-4A6C-865A-6B108E9D659D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FADE0C6-8219-D27A-2206-CAFABF893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C0620E0-5777-1654-D5DB-186DCE8A2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1A65B-666D-4EE1-B55F-568191C1E7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764741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D9DC2F42-7FB6-4CDD-2136-386E6E146D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4495431-6268-7729-35B1-E796F7988B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E692B2BB-2C00-D544-A158-B9B9BBF8AF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947E3C-B9B4-4A6C-865A-6B108E9D659D}" type="datetimeFigureOut">
              <a:rPr kumimoji="1" lang="ja-JP" altLang="en-US" smtClean="0"/>
              <a:t>2025/12/11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5979822-8A3F-D949-2F30-D65FC4348A1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A1EB82E-64E2-8783-B692-1260B69B90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21A65B-666D-4EE1-B55F-568191C1E735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901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192193D-513D-22D8-8000-1488D6D78B2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/>
              <a:t>オブジェクト指向と</a:t>
            </a:r>
            <a:br>
              <a:rPr kumimoji="1" lang="en-US" altLang="ja-JP" dirty="0"/>
            </a:br>
            <a:r>
              <a:rPr kumimoji="1" lang="ja-JP" altLang="en-US" dirty="0"/>
              <a:t>コンポーネント指向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39D0C0C-2923-C680-31F4-882A374DDA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41845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B3024F-38D8-D8D8-DD80-6060A594A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オブジェクト指向概要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4D639EEE-465B-316C-8826-CDAB35091E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2177" y="939265"/>
            <a:ext cx="9726282" cy="5868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0549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761118-493C-2C75-43E8-96F21C5D7D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EC96FA-4077-FD23-945D-78697C0C9C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オブジェクト指向概要</a:t>
            </a:r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E33D3596-E184-92DA-5092-5F04313D14C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3417" y="1904377"/>
            <a:ext cx="11104118" cy="3711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83772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7BCF95-597F-C529-8D6B-B19936EE31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361157-CD2A-02DE-5A38-C55D3CCB2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コンポーネント指向概要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68ECCAFF-ACD4-BFF4-22AB-8E500069FA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638" y="899476"/>
            <a:ext cx="10180962" cy="5804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45056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E6D23-5B33-AE5A-A178-967428F30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BFA9F6D-3E58-802A-0847-668F5F052C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コンポーネント指向概要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9FF25F35-D477-3AC6-D14A-DFC486E380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6285" y="1325563"/>
            <a:ext cx="11121209" cy="4039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2287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28C1BF-3873-D515-254E-E07A94876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DBEF813-5A51-4354-FFBF-95F41CEF3D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比較</a:t>
            </a:r>
            <a:endParaRPr kumimoji="1" lang="ja-JP" altLang="en-US" dirty="0"/>
          </a:p>
        </p:txBody>
      </p:sp>
      <p:pic>
        <p:nvPicPr>
          <p:cNvPr id="5" name="コンテンツ プレースホルダー 4" descr="文字と写真のスクリーンショット&#10;&#10;AI 生成コンテンツは誤りを含む可能性があります。">
            <a:extLst>
              <a:ext uri="{FF2B5EF4-FFF2-40B4-BE49-F238E27FC236}">
                <a16:creationId xmlns:a16="http://schemas.microsoft.com/office/drawing/2014/main" id="{9A31ED22-339F-014F-0858-33ABB63FD4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102" y="1101205"/>
            <a:ext cx="11438246" cy="50432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14940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7572D-2EFB-3EE4-4557-111A8BA8F8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107667-7142-DB80-22A3-1423100E3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比較</a:t>
            </a:r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09332718-FEEE-4755-94D2-5735E30383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9642" y="1530032"/>
            <a:ext cx="11654774" cy="368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6148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E301F-0D4B-A041-7D53-C399DC127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0D2885-0329-23BB-8189-261818C41C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比較</a:t>
            </a:r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45942907-25D1-4D7E-9800-7D79F71BBE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547" y="1121235"/>
            <a:ext cx="11761583" cy="37656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4620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89663F-5292-62F5-96F6-78F867AF1E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1ABF6CA-FD17-8911-17FE-941AB25BA7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B49D3ED1-4279-85DF-C1BB-0606C4D89FF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0302" y="999360"/>
            <a:ext cx="11472006" cy="5622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02412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1CFB63-B999-1586-BAA5-71B0CE3FF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B951D7-8AE8-6D8E-544B-39D3CAFCA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2623279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オブ</a:t>
            </a:r>
            <a:br>
              <a:rPr kumimoji="1" lang="en-US" altLang="ja-JP" dirty="0"/>
            </a:br>
            <a:r>
              <a:rPr kumimoji="1" lang="ja-JP" altLang="en-US" dirty="0"/>
              <a:t>ジェ</a:t>
            </a:r>
            <a:br>
              <a:rPr kumimoji="1" lang="en-US" altLang="ja-JP" dirty="0"/>
            </a:br>
            <a:r>
              <a:rPr kumimoji="1" lang="ja-JP" altLang="en-US" dirty="0"/>
              <a:t>クト</a:t>
            </a:r>
            <a:br>
              <a:rPr kumimoji="1" lang="en-US" altLang="ja-JP" dirty="0"/>
            </a:br>
            <a:r>
              <a:rPr kumimoji="1" lang="ja-JP" altLang="en-US" dirty="0"/>
              <a:t>指向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DA60B815-CD68-BD5D-A2C5-85A8D3A2EC9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95085" y="116746"/>
            <a:ext cx="9777125" cy="6337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83627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3C1A95-D782-3266-87D3-81859A590C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26DF7C-D757-A99B-699D-BC200A246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FECEC90A-0146-8ECB-6D33-CA91550584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3105" y="806873"/>
            <a:ext cx="10854606" cy="6030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4333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BDC54-1A89-8A9D-6289-2FF0BCB18B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76D88A-1F55-6E6D-B3F7-9DD6B5B619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41616C88-4D97-969F-0EED-7E0E333AB5C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9187" y="1041387"/>
            <a:ext cx="11777974" cy="5243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1135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6342F8-E490-F350-9AD7-5C9C7C3305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9FA3B90-8C0F-FF5E-B6F6-73966B0F6F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32D9487F-3031-6413-C658-0567492474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25758" y="910403"/>
            <a:ext cx="10515600" cy="58272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3363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52654-4F64-E22F-4F79-075A9771D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423E3A-8731-F6FB-2EC4-27FCBB4660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590856A4-CAC1-5C2D-08CB-6E8C115B4E6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0081" y="1325563"/>
            <a:ext cx="11371838" cy="5405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02283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2B508-8173-1B72-32EA-A71A23CED5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864B171-99E5-5B70-0635-A5AD2BAB5B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CA3C3444-9C24-D53D-8ED8-DB25CA5D01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85914" y="1011972"/>
            <a:ext cx="10002269" cy="5641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99664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9066FD-8D48-E18B-14C5-E6F1BAF75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283D115-C11A-BE33-6915-9C4B532850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C6CA67C2-5866-BCF8-89DC-43C0712A33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3832" y="1066469"/>
            <a:ext cx="10515600" cy="3714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5108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CAC4EC-A0A2-647F-59BA-F5D10FD8F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D434CD-59FF-010B-E2D2-A08A9B5DEA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0BCE817A-3E8F-B944-6FBA-5ECA82A837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075" y="1470488"/>
            <a:ext cx="11349405" cy="29216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8061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FD9FC-4298-1610-AFD7-CF45FF50A4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69130A3-19B9-3608-A837-B500DA676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BAC0033F-D7EE-AD10-7C2E-CBA9D757FA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1890" y="1025979"/>
            <a:ext cx="11070635" cy="5481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49196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907AF7-38E8-0207-8782-16EDB9C65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8DEF19-4FFC-9BAB-7287-5515B95B7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0E37FA9A-F59D-C6CD-484A-CEAB47B583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199" y="1325563"/>
            <a:ext cx="11731602" cy="47654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99800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F3131F-4129-833F-3116-87A6040A3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7BA9BC0-2890-C9E2-8208-326EEF9D62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765DF863-0F2B-A26C-5EF5-A4AC4358A5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703" y="946965"/>
            <a:ext cx="10704146" cy="54665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4535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4F34F6-C003-98E0-3EFD-1EA2CF0B6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BE506A-1E8E-634F-0BE4-6599B8135A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6E35B32A-668D-6443-E962-813CE9A13B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723" y="1020233"/>
            <a:ext cx="11768447" cy="5170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959172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A1406-9D40-C966-B9AB-5782BA71A5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4A7C1B9-8F7B-752B-8000-9D04A3225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319BD860-4A8E-A289-AF62-B119B575D2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3703" y="836995"/>
            <a:ext cx="9759766" cy="5875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714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FD993-1757-0ADE-63D8-0CF8E7DCF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066BE0E-32BA-4609-E544-FA8A95CA9D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83142D48-04D8-C4EB-97A2-ED0AA817FF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8406" y="1007903"/>
            <a:ext cx="11508853" cy="48994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882621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7BF0B-5884-BAAC-C1EA-0D66027101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C920B28-9D03-1A35-4156-7B63175C04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09D35968-6088-9C8C-50DA-CB4DE4530E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443" y="967555"/>
            <a:ext cx="11827708" cy="4620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14365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5F3D86-DBCE-11E0-EC44-44C06FE9D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49A6261-1224-3FA5-FAD3-99C3079577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E89B93EE-CEC3-9E2F-93B4-159943782A9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8712" y="949627"/>
            <a:ext cx="11588567" cy="5752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596320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42D82-4A92-7386-1832-CE067F0AE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596B848-C67E-4EBA-5BD2-0016E76231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7" name="コンテンツ プレースホルダー 6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C575AA88-0797-5D54-23ED-B71B4A4D73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062" y="1836967"/>
            <a:ext cx="11538131" cy="3184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11460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F736F-AA33-F1D5-1558-8182AF637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5F24C8-7965-1F7D-7513-9015D78A4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7" name="コンテンツ プレースホルダー 6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9FC0B566-062E-B96B-30B0-CC570892A5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805" y="1037891"/>
            <a:ext cx="11751356" cy="4154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134628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181A68-4C53-797E-B85A-422D42574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E0D6F0-FFC2-15D4-7A01-FD8088CC6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9" name="コンテンツ プレースホルダー 8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E9F71E5C-3F79-5529-D53F-9E8937A6B70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7019" y="1666629"/>
            <a:ext cx="11880102" cy="3073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07153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C59B92-749C-8AF6-6FEC-EDB44494D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2D9706A-6C61-98BC-1B59-64AB7232E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9" name="コンテンツ プレースホルダー 8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4CD8D742-A5FC-8D72-CDE8-A1E49775FA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2069" y="1245073"/>
            <a:ext cx="11947862" cy="4367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6186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B25F47-11DE-D2B4-007C-ECF132F65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3A5C65C-1D34-ADAD-C381-4E3D8E92A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59391584-063C-413B-CA32-0EFB5DD30C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5085" y="953414"/>
            <a:ext cx="10163099" cy="58506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790550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26B29-3250-E2E2-5B0E-F29D3E96C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07BEB99-5FE0-E36C-EE65-7F06CDCF14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D1BDFAC4-45A7-DCDB-BF37-A4F9F6B331F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1170" y="1053015"/>
            <a:ext cx="11461079" cy="5151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567366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EFB9D8-8C25-2E3F-0385-0A81C791D1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E8BE056-A4AD-1F34-49A3-F555B88B5F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7" name="コンテンツ プレースホルダー 6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67EE8715-1324-242C-4014-2094487F67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4196" y="1457049"/>
            <a:ext cx="11444241" cy="3369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661480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6323B7-8EAF-1793-0BBB-935084CB0E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EAF0F81-E58F-7C5E-001C-4BD38C484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2698230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オブ</a:t>
            </a:r>
            <a:br>
              <a:rPr kumimoji="1" lang="en-US" altLang="ja-JP" dirty="0"/>
            </a:br>
            <a:r>
              <a:rPr kumimoji="1" lang="ja-JP" altLang="en-US" dirty="0"/>
              <a:t>ジェ</a:t>
            </a:r>
            <a:br>
              <a:rPr kumimoji="1" lang="en-US" altLang="ja-JP" dirty="0"/>
            </a:br>
            <a:r>
              <a:rPr kumimoji="1" lang="ja-JP" altLang="en-US" dirty="0"/>
              <a:t>クト</a:t>
            </a:r>
            <a:br>
              <a:rPr kumimoji="1" lang="en-US" altLang="ja-JP" dirty="0"/>
            </a:br>
            <a:r>
              <a:rPr kumimoji="1" lang="ja-JP" altLang="en-US" dirty="0"/>
              <a:t>指向</a:t>
            </a:r>
          </a:p>
        </p:txBody>
      </p:sp>
      <p:pic>
        <p:nvPicPr>
          <p:cNvPr id="11" name="コンテンツ プレースホルダー 10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1693AB2B-AB18-2590-125A-4C55BCDCD4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20371" y="0"/>
            <a:ext cx="10117123" cy="6764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14397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68DAC-B51F-D06C-E50A-3061E6BFD8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BD2B02-D6C0-2AB5-691E-E8CD7C01A0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CEAA47E0-DD81-6C10-690A-8AD618446D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616766"/>
            <a:ext cx="12007121" cy="3624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38806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E34E2-7E51-214A-A513-8D2FED475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6C18B2-F910-F091-7319-9C2F5E08B4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B26C9A55-2AEF-8930-90A3-E0FA36D36AF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444" y="1127966"/>
            <a:ext cx="11797726" cy="53626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0847488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FA147-2ED3-B614-6DB4-39ED6E1F68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89B253C-3B65-F426-689E-71BD471808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84F7F2B8-9D31-A382-E91B-9505F4AC9D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050016"/>
            <a:ext cx="11350684" cy="2114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92423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99788-6B49-A91A-3276-C887336B5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7A7EEAE-71DD-5F92-F8E9-5CA810C49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550A2A96-465A-66A7-C0D6-104B2747A49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7993" y="1001739"/>
            <a:ext cx="11034630" cy="4632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2754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23F723-86F5-F1FF-24E2-012C16F54E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04AFEAA-0C20-6006-A7DD-6C98F93120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979B2B4F-6507-983E-7A5A-DDC2338F85E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226" y="1081028"/>
            <a:ext cx="11028466" cy="3545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3916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CE72AD-5216-4DCE-0BD9-11CCBBC16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63DFB1-73C5-8978-1C66-69DD81573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テキスト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2AA866A4-28E5-F7BF-6CE7-63C1A5FCF9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8946" y="1018839"/>
            <a:ext cx="10983637" cy="4080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834772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7AEAA1-D629-BB25-8CE9-707FFBAB56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61467D-38FA-6FE6-8B5F-6F2ABF6621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C238D6F5-8916-93CC-24DA-B52202C1E34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8340" y="1168741"/>
            <a:ext cx="11159173" cy="39157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5919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F49592-9FED-FEA6-2352-A6B462EB7C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B829DBA-D103-CD16-F36E-C0492B0B1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FD6E8EF8-E154-2FA1-4003-50DEECC3FF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7456" y="2090062"/>
            <a:ext cx="11397087" cy="2976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347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7C3DC5-6932-4ADC-C23C-482FB701C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079B4CC-E149-7B10-4ED2-ED49E8119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7" name="コンテンツ プレースホルダー 6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5116868C-4392-1089-F059-9BA5E34B39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1229" y="1178259"/>
            <a:ext cx="12165617" cy="5125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47533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7A2FC-2780-AF57-CD0C-ABAAC0CA1F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4FD05A0-F6E5-8C00-6BF5-FC0DB67720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8A141332-316D-9B5A-D38E-DFF0037FBA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6545" y="1133155"/>
            <a:ext cx="11770393" cy="3978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6921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DFBD3F-AC59-8929-25F6-25F8A68F38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7C49FDE-5D9E-C81B-EE2C-157A8273BD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9" name="コンテンツ プレースホルダー 8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8EE09275-4488-6C7B-DC02-971FEFDD78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134" y="922591"/>
            <a:ext cx="10515600" cy="5681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15598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E32C00-4E98-1FDB-8961-E774639D5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8C20F6-5918-BD49-0D5A-2C6867D07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AC86357E-7FB6-8574-8CCB-C360578047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042" y="1096019"/>
            <a:ext cx="10515600" cy="3404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096820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B35E4-B3C1-656E-31FA-F5AE70E0A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05E5D9C-4515-18B1-1E06-BD25DD435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05307667-3C0B-D8BB-7F7B-9B30D7C7B78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0054" y="936179"/>
            <a:ext cx="10515600" cy="5592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1287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9E082-B363-CC7F-7A0E-3A3C82EE9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6CB2806-3FD3-D02A-6F31-17C8B0AB90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BA7052C8-FB47-D6F5-C11D-72AFBDBEED9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7805" y="920829"/>
            <a:ext cx="11314680" cy="49511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20910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583CC8-EB60-266B-774D-4EF4CDDA9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E962168-0999-F331-CA84-261D2CDC2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8F483D64-ED8C-DBCD-21F1-322A7957166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8763" y="906341"/>
            <a:ext cx="10259204" cy="5816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37481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7976F-A6D3-AB1B-5749-BC8BDC5459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4CF164-0F87-989D-E5EE-C9DB02873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F270EF5A-3818-8E7B-02EE-76A04EBCBD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84148" y="1325563"/>
            <a:ext cx="10718435" cy="3105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934636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A5C80E-9EF5-DA72-A2D0-0365C7EC1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35CF6A9-67DC-4E8D-5C2F-7D10D8819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F003C448-838D-7F99-CB5D-F17A1C3565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2586" y="1822959"/>
            <a:ext cx="11386828" cy="32120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5993199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C50C18-1AD3-20BD-1333-00F44A794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0B212B-7ED4-96CA-AC18-302A71821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7" name="コンテンツ プレースホルダー 6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28584B8C-6357-AF72-1136-72EF51840BB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4118" y="1017571"/>
            <a:ext cx="11628072" cy="5259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838543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3878A-3805-4729-F75B-B30E52A7A0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604F59B-1BA6-54A1-F9DF-A1C78449A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テーブル&#10;&#10;AI 生成コンテンツは誤りを含む可能性があります。">
            <a:extLst>
              <a:ext uri="{FF2B5EF4-FFF2-40B4-BE49-F238E27FC236}">
                <a16:creationId xmlns:a16="http://schemas.microsoft.com/office/drawing/2014/main" id="{2873E004-6153-7381-9F99-D1B5BB3D69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8634" y="893035"/>
            <a:ext cx="9295071" cy="5940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1992608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6A6F2-A51E-EB7A-D3EF-BCB4E1654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870FC0C-F542-9EA8-7B58-5585EA996B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2BE1EA22-1679-B4B0-C4FE-76F92D5DE39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3268" y="979041"/>
            <a:ext cx="9780219" cy="3637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7111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1721FC-F8D4-81C7-D748-26A90106E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E0034A4-0E4D-A350-B14D-485E23F13E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C46C5064-C82C-2D80-246C-6DE3E5C4BD8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0076" y="1186904"/>
            <a:ext cx="10515600" cy="4744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8282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0E7FE-DD73-480C-89E8-1E9267654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08B0F8-E481-A71C-897F-B833C0517C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73971152-7E65-4333-1355-16EBE2BC4BA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4911" y="883786"/>
            <a:ext cx="10515600" cy="570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381059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BCBA0-AE87-A379-1D1B-F30E584AB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6F62DB8-A83B-E8A1-E01B-43FD8D1E93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5541BA4C-3B04-A785-9202-6C150B9260E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6939" y="1738069"/>
            <a:ext cx="11218567" cy="236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751602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0CFB0-0459-6655-FC59-7DED6A77B8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4BF7763-53BA-F310-CA11-B8F7EC532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6558C833-3040-B35C-6E7A-AFC2A6ECAC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9808" y="1141271"/>
            <a:ext cx="11322512" cy="43301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78185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63898-EF94-7699-A25C-E1881C006B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43F4ED-EAEC-3697-FB5C-F53D060DE6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4D6747EF-E079-2350-5DFD-19B10842D7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455" y="1611533"/>
            <a:ext cx="11801089" cy="3634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272809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1C662-4065-3B89-9F0C-8CE7E023F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3CF76E9-F192-E11F-B361-8677C2AC74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7" name="コンテンツ プレースホルダー 6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69E33A72-BCC5-288D-568C-920D34961CD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5104" y="1147295"/>
            <a:ext cx="11871978" cy="42483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35003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46B405-6D47-4B8D-D940-B9984A7A68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CEA707-88D3-5736-5672-1F847119B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2824579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オブ</a:t>
            </a:r>
            <a:br>
              <a:rPr kumimoji="1" lang="en-US" altLang="ja-JP" dirty="0"/>
            </a:br>
            <a:r>
              <a:rPr kumimoji="1" lang="ja-JP" altLang="en-US" dirty="0"/>
              <a:t>ジェ</a:t>
            </a:r>
            <a:br>
              <a:rPr kumimoji="1" lang="en-US" altLang="ja-JP" dirty="0"/>
            </a:br>
            <a:r>
              <a:rPr kumimoji="1" lang="ja-JP" altLang="en-US" dirty="0"/>
              <a:t>クト</a:t>
            </a:r>
            <a:br>
              <a:rPr kumimoji="1" lang="en-US" altLang="ja-JP" dirty="0"/>
            </a:br>
            <a:r>
              <a:rPr kumimoji="1" lang="ja-JP" altLang="en-US" dirty="0"/>
              <a:t>指向</a:t>
            </a:r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E7BC755C-7C05-60FF-96E3-3A6CE8F256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1803" y="0"/>
            <a:ext cx="10325435" cy="676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508597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E863B-5700-34A0-C654-5BC4D672CF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62CA422-5E10-3041-2004-24498C95EC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F5781B22-BE13-A185-A535-AC899C8F88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1447523"/>
            <a:ext cx="12082072" cy="3554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50739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87945-3745-F429-6302-9D5C2D328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199A86-1FBE-25C0-1864-7B7DECB77F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D5BF0C10-4D91-3F76-7D61-9CF94B93A7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3511" y="912923"/>
            <a:ext cx="9788577" cy="5837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36430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92E8EE-5BFA-CC3E-500F-3F752DF24D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D2929DE-74F8-C919-92AF-A50A0677D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7D7CC6E5-B34E-B17B-E5C5-29EEE080D5E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7647" y="1325563"/>
            <a:ext cx="11089827" cy="38185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62012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192A57-913D-D5FC-FE68-02F1BD4F77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BCDB85E-9DB7-B628-1E8E-D1FA9746D2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1997C59A-5B99-74DC-476B-E1E0E22D2B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81542" y="976804"/>
            <a:ext cx="11386956" cy="5528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580182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1C5E3F-450A-F7EF-0544-878D65B9B4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D3BAC3D-F978-77E0-8497-85AEF59BC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02DCFF9F-84B8-ECF8-EC50-8333C9766E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440" y="1476860"/>
            <a:ext cx="11117006" cy="3904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74541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9F3EE5-F7A2-D317-1844-08706FF760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742929-939D-C4DC-43D1-782999B3A5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グラフィカル ユーザー インターフェイス, テキスト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039E4A3E-F40E-E616-CD94-C3104116F6D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0489" y="1325563"/>
            <a:ext cx="11530185" cy="3366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3162472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A89585-EF7A-877A-F3FB-7A11C4BD66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7EAAA1B-1361-D22D-3D69-002EB1478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kumimoji="1" lang="ja-JP" altLang="en-US" dirty="0"/>
              <a:t>オブジェクト指向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4BAB118A-EEF8-0F8F-D6EF-8F828A2B7BA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0637" y="1031301"/>
            <a:ext cx="11181729" cy="5260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6801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A09C58-BD98-2860-E211-9CC2B6BDB7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92AE16B-D27A-CA7F-55DC-DBD2D8E0C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コンポーネント</a:t>
            </a:r>
            <a:r>
              <a:rPr kumimoji="1" lang="ja-JP" altLang="en-US" dirty="0"/>
              <a:t>指向</a:t>
            </a:r>
          </a:p>
        </p:txBody>
      </p:sp>
      <p:pic>
        <p:nvPicPr>
          <p:cNvPr id="5" name="コンテンツ プレースホルダー 4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6D32F098-A469-B16D-7947-12DC207425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9769" y="1813445"/>
            <a:ext cx="11237628" cy="3454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449016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EA21D4-2891-B299-F9A8-2F20BDE243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6B416D-38A4-2AF6-268B-B7C1145BA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コンポーネント</a:t>
            </a:r>
            <a:r>
              <a:rPr kumimoji="1" lang="ja-JP" altLang="en-US" dirty="0"/>
              <a:t>指向</a:t>
            </a:r>
          </a:p>
        </p:txBody>
      </p:sp>
      <p:pic>
        <p:nvPicPr>
          <p:cNvPr id="5" name="コンテンツ プレースホルダー 4" descr="グラフィカル ユーザー インターフェイス, テキスト, アプリケーション, メール&#10;&#10;AI 生成コンテンツは誤りを含む可能性があります。">
            <a:extLst>
              <a:ext uri="{FF2B5EF4-FFF2-40B4-BE49-F238E27FC236}">
                <a16:creationId xmlns:a16="http://schemas.microsoft.com/office/drawing/2014/main" id="{470FD9C2-5CEA-0CB3-D67E-6E604B08B1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62490" y="967562"/>
            <a:ext cx="10253110" cy="5627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614439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3B68A2-B4B3-32B0-D7F7-73447126B0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9287B73-4E1B-A3C1-B293-A09A1E1F5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コンポーネント</a:t>
            </a:r>
            <a:r>
              <a:rPr kumimoji="1" lang="ja-JP" altLang="en-US" dirty="0"/>
              <a:t>指向</a:t>
            </a:r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24907A3B-4B2B-264E-47ED-CD2AF5986F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366" y="1924851"/>
            <a:ext cx="10973268" cy="30082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35292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B55F0A-0396-3639-3102-C063C5566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A62E74-6258-008A-AF6B-182E8DDFCB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コンポーネント</a:t>
            </a:r>
            <a:r>
              <a:rPr kumimoji="1" lang="ja-JP" altLang="en-US" dirty="0"/>
              <a:t>指向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33AAE09E-B432-FE19-B97E-DC5C5925BE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935" y="1325563"/>
            <a:ext cx="11280316" cy="4670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0684625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33A38E-B812-F854-9F37-6DD350D5B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C595F33-CDE1-26DB-8CA6-BBC9FC681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コンポーネント</a:t>
            </a:r>
            <a:r>
              <a:rPr kumimoji="1" lang="ja-JP" altLang="en-US" dirty="0"/>
              <a:t>指向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D55AD635-B2D9-74FB-D458-317AC24276E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6969" y="1325563"/>
            <a:ext cx="11878061" cy="34712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208235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8D416-ECAA-38AA-F75C-3D51AF224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542D996-1981-BE8F-B94E-D32B80EBCB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コンポーネント</a:t>
            </a:r>
            <a:r>
              <a:rPr kumimoji="1" lang="ja-JP" altLang="en-US" dirty="0"/>
              <a:t>指向</a:t>
            </a:r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0E5A4F80-7FD2-003E-4DF6-6F66E33FB7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2549" y="1336805"/>
            <a:ext cx="11402930" cy="3669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8480481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643CD8-0451-1CB2-6038-B0F3C729CD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447CF2-68CD-FD8F-EBA3-DB74597F78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コンポーネント</a:t>
            </a:r>
            <a:r>
              <a:rPr kumimoji="1" lang="ja-JP" altLang="en-US" dirty="0"/>
              <a:t>指向</a:t>
            </a:r>
          </a:p>
        </p:txBody>
      </p:sp>
      <p:pic>
        <p:nvPicPr>
          <p:cNvPr id="5" name="コンテンツ プレースホルダー 4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CCCAB79E-D8BD-1E11-4A8F-47D73731678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5440" y="987173"/>
            <a:ext cx="10832191" cy="5484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18091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C40B9F-E194-D4C1-D5C7-1CFCF01094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88C6733-7FCF-B792-6A8D-AA310B320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コンポーネント</a:t>
            </a:r>
            <a:r>
              <a:rPr kumimoji="1" lang="ja-JP" altLang="en-US" dirty="0"/>
              <a:t>指向</a:t>
            </a:r>
          </a:p>
        </p:txBody>
      </p:sp>
      <p:pic>
        <p:nvPicPr>
          <p:cNvPr id="5" name="コンテンツ プレースホルダー 4" descr="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2E74B975-614F-6711-549E-AFA562D08B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5272" y="997258"/>
            <a:ext cx="10977331" cy="52405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317928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BF65F-48DF-4D1B-9F81-F87DAEAC84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0829563-54E6-7CA0-D5F4-7C82B5A750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コンポーネント</a:t>
            </a:r>
            <a:r>
              <a:rPr kumimoji="1" lang="ja-JP" altLang="en-US" dirty="0"/>
              <a:t>指向</a:t>
            </a:r>
          </a:p>
        </p:txBody>
      </p:sp>
      <p:pic>
        <p:nvPicPr>
          <p:cNvPr id="5" name="コンテンツ プレースホルダー 4" descr="グラフィカル ユーザー インターフェイス, テキスト, アプリケーション&#10;&#10;AI 生成コンテンツは誤りを含む可能性があります。">
            <a:extLst>
              <a:ext uri="{FF2B5EF4-FFF2-40B4-BE49-F238E27FC236}">
                <a16:creationId xmlns:a16="http://schemas.microsoft.com/office/drawing/2014/main" id="{461C4A92-6E27-F8D5-E90A-11D9191BC34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-1" y="1021627"/>
            <a:ext cx="11002781" cy="3158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344955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89196-BB09-BF4F-A500-912F729332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3A1E93-3856-152B-F0D4-E2D6C986EB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コンポーネント</a:t>
            </a:r>
            <a:r>
              <a:rPr kumimoji="1" lang="ja-JP" altLang="en-US" dirty="0"/>
              <a:t>指向</a:t>
            </a:r>
          </a:p>
        </p:txBody>
      </p:sp>
      <p:pic>
        <p:nvPicPr>
          <p:cNvPr id="5" name="コンテンツ プレースホルダー 4" descr="グラフィカル ユーザー インターフェイス, テキスト&#10;&#10;AI 生成コンテンツは誤りを含む可能性があります。">
            <a:extLst>
              <a:ext uri="{FF2B5EF4-FFF2-40B4-BE49-F238E27FC236}">
                <a16:creationId xmlns:a16="http://schemas.microsoft.com/office/drawing/2014/main" id="{0941CA4C-C796-46FB-2091-31CBF4D0CC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5200" y="905289"/>
            <a:ext cx="12056800" cy="5047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52128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37749D-9F68-4636-6F0B-9283C3BBC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0D96A34-AA04-D94E-3C81-4614071FDA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ja-JP" altLang="en-US" dirty="0"/>
              <a:t>コンポーネント</a:t>
            </a:r>
            <a:r>
              <a:rPr kumimoji="1" lang="ja-JP" altLang="en-US" dirty="0"/>
              <a:t>指向</a:t>
            </a:r>
          </a:p>
        </p:txBody>
      </p:sp>
      <p:pic>
        <p:nvPicPr>
          <p:cNvPr id="5" name="コンテンツ プレースホルダー 4" descr="テキスト, 手紙&#10;&#10;AI 生成コンテンツは誤りを含む可能性があります。">
            <a:extLst>
              <a:ext uri="{FF2B5EF4-FFF2-40B4-BE49-F238E27FC236}">
                <a16:creationId xmlns:a16="http://schemas.microsoft.com/office/drawing/2014/main" id="{20AEBE62-3C70-EA69-77BC-676537A561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47206" y="1574734"/>
            <a:ext cx="11297588" cy="39205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65855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1F1826688B18A7418BDC17859CAB5354" ma:contentTypeVersion="11" ma:contentTypeDescription="新しいドキュメントを作成します。" ma:contentTypeScope="" ma:versionID="0c2a77ada78f58c503e12ce4747d3e8e">
  <xsd:schema xmlns:xsd="http://www.w3.org/2001/XMLSchema" xmlns:xs="http://www.w3.org/2001/XMLSchema" xmlns:p="http://schemas.microsoft.com/office/2006/metadata/properties" xmlns:ns3="2cfb7a15-f56a-40aa-8ad8-24d527a84bd5" targetNamespace="http://schemas.microsoft.com/office/2006/metadata/properties" ma:root="true" ma:fieldsID="c5aabfcb94530bfd173719fe144e37bb" ns3:_="">
    <xsd:import namespace="2cfb7a15-f56a-40aa-8ad8-24d527a84bd5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  <xsd:element ref="ns3:MediaServiceBillingMetadata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cfb7a15-f56a-40aa-8ad8-24d527a84bd5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  <xsd:element name="MediaServiceBillingMetadata" ma:index="13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SystemTags" ma:index="1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cfb7a15-f56a-40aa-8ad8-24d527a84bd5" xsi:nil="true"/>
  </documentManagement>
</p:properties>
</file>

<file path=customXml/itemProps1.xml><?xml version="1.0" encoding="utf-8"?>
<ds:datastoreItem xmlns:ds="http://schemas.openxmlformats.org/officeDocument/2006/customXml" ds:itemID="{1B40AE57-C3DC-4196-9F6D-F188584AB01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cfb7a15-f56a-40aa-8ad8-24d527a84bd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1777EEE-BD39-4019-969A-943E1A733D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288C233-75E4-4EF6-9D9A-60968CA3C57F}">
  <ds:schemaRefs>
    <ds:schemaRef ds:uri="2cfb7a15-f56a-40aa-8ad8-24d527a84bd5"/>
    <ds:schemaRef ds:uri="http://www.w3.org/XML/1998/namespace"/>
    <ds:schemaRef ds:uri="http://purl.org/dc/dcmitype/"/>
    <ds:schemaRef ds:uri="http://schemas.openxmlformats.org/package/2006/metadata/core-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http://schemas.microsoft.com/office/2006/metadata/properties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176</Words>
  <Application>Microsoft Office PowerPoint</Application>
  <PresentationFormat>ワイド画面</PresentationFormat>
  <Paragraphs>78</Paragraphs>
  <Slides>78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78</vt:i4>
      </vt:variant>
    </vt:vector>
  </HeadingPairs>
  <TitlesOfParts>
    <vt:vector size="82" baseType="lpstr">
      <vt:lpstr>游ゴシック</vt:lpstr>
      <vt:lpstr>游ゴシック Light</vt:lpstr>
      <vt:lpstr>Arial</vt:lpstr>
      <vt:lpstr>Office テーマ</vt:lpstr>
      <vt:lpstr>オブジェクト指向と コンポーネント指向</vt:lpstr>
      <vt:lpstr>オブジェクト指向概要</vt:lpstr>
      <vt:lpstr>オブジェクト指向概要</vt:lpstr>
      <vt:lpstr>コンポーネント指向概要</vt:lpstr>
      <vt:lpstr>コンポーネント指向概要</vt:lpstr>
      <vt:lpstr>比較</vt:lpstr>
      <vt:lpstr>比較</vt:lpstr>
      <vt:lpstr>比較</vt:lpstr>
      <vt:lpstr>オブジェクト指向</vt:lpstr>
      <vt:lpstr>オブ ジェ クト 指向</vt:lpstr>
      <vt:lpstr>オブジェクト指向</vt:lpstr>
      <vt:lpstr>オブジェクト指向</vt:lpstr>
      <vt:lpstr>オブジェクト指向</vt:lpstr>
      <vt:lpstr>オブジェクト指向</vt:lpstr>
      <vt:lpstr>オブジェクト指向</vt:lpstr>
      <vt:lpstr>オブジェクト指向</vt:lpstr>
      <vt:lpstr>オブジェクト指向</vt:lpstr>
      <vt:lpstr>オブジェクト指向</vt:lpstr>
      <vt:lpstr>オブジェクト指向</vt:lpstr>
      <vt:lpstr>オブジェクト指向</vt:lpstr>
      <vt:lpstr>オブジェクト指向</vt:lpstr>
      <vt:lpstr>オブジェクト指向</vt:lpstr>
      <vt:lpstr>オブジェクト指向</vt:lpstr>
      <vt:lpstr>オブジェクト指向</vt:lpstr>
      <vt:lpstr>オブジェクト指向</vt:lpstr>
      <vt:lpstr>オブジェクト指向</vt:lpstr>
      <vt:lpstr>オブジェクト指向</vt:lpstr>
      <vt:lpstr>オブジェクト指向</vt:lpstr>
      <vt:lpstr>オブジェクト指向</vt:lpstr>
      <vt:lpstr>オブジェクト指向</vt:lpstr>
      <vt:lpstr>オブジェクト指向</vt:lpstr>
      <vt:lpstr>オブジェクト指向</vt:lpstr>
      <vt:lpstr>オブ ジェ クト 指向</vt:lpstr>
      <vt:lpstr>オブジェクト指向</vt:lpstr>
      <vt:lpstr>オブジェクト指向</vt:lpstr>
      <vt:lpstr>オブジェクト指向</vt:lpstr>
      <vt:lpstr>オブジェクト指向</vt:lpstr>
      <vt:lpstr>オブジェクト指向</vt:lpstr>
      <vt:lpstr>オブジェクト指向</vt:lpstr>
      <vt:lpstr>オブジェクト指向</vt:lpstr>
      <vt:lpstr>オブジェクト指向</vt:lpstr>
      <vt:lpstr>オブジェクト指向</vt:lpstr>
      <vt:lpstr>オブジェクト指向</vt:lpstr>
      <vt:lpstr>オブジェクト指向</vt:lpstr>
      <vt:lpstr>オブジェクト指向</vt:lpstr>
      <vt:lpstr>オブジェクト指向</vt:lpstr>
      <vt:lpstr>オブジェクト指向</vt:lpstr>
      <vt:lpstr>オブジェクト指向</vt:lpstr>
      <vt:lpstr>オブジェクト指向</vt:lpstr>
      <vt:lpstr>オブジェクト指向</vt:lpstr>
      <vt:lpstr>オブジェクト指向</vt:lpstr>
      <vt:lpstr>オブジェクト指向</vt:lpstr>
      <vt:lpstr>オブジェクト指向</vt:lpstr>
      <vt:lpstr>オブジェクト指向</vt:lpstr>
      <vt:lpstr>オブジェクト指向</vt:lpstr>
      <vt:lpstr>オブジェクト指向</vt:lpstr>
      <vt:lpstr>オブジェクト指向</vt:lpstr>
      <vt:lpstr>オブジェクト指向</vt:lpstr>
      <vt:lpstr>オブジェクト指向</vt:lpstr>
      <vt:lpstr>オブ ジェ クト 指向</vt:lpstr>
      <vt:lpstr>オブジェクト指向</vt:lpstr>
      <vt:lpstr>オブジェクト指向</vt:lpstr>
      <vt:lpstr>オブジェクト指向</vt:lpstr>
      <vt:lpstr>オブジェクト指向</vt:lpstr>
      <vt:lpstr>オブジェクト指向</vt:lpstr>
      <vt:lpstr>オブジェクト指向</vt:lpstr>
      <vt:lpstr>オブジェクト指向</vt:lpstr>
      <vt:lpstr>コンポーネント指向</vt:lpstr>
      <vt:lpstr>コンポーネント指向</vt:lpstr>
      <vt:lpstr>コンポーネント指向</vt:lpstr>
      <vt:lpstr>コンポーネント指向</vt:lpstr>
      <vt:lpstr>コンポーネント指向</vt:lpstr>
      <vt:lpstr>コンポーネント指向</vt:lpstr>
      <vt:lpstr>コンポーネント指向</vt:lpstr>
      <vt:lpstr>コンポーネント指向</vt:lpstr>
      <vt:lpstr>コンポーネント指向</vt:lpstr>
      <vt:lpstr>コンポーネント指向</vt:lpstr>
      <vt:lpstr>コンポーネント指向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工内　章広</dc:creator>
  <cp:lastModifiedBy>工内　章広</cp:lastModifiedBy>
  <cp:revision>1</cp:revision>
  <dcterms:created xsi:type="dcterms:W3CDTF">2025-12-11T07:27:29Z</dcterms:created>
  <dcterms:modified xsi:type="dcterms:W3CDTF">2025-12-11T08:06:18Z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0x0101001F1826688B18A7418BDC17859CAB5354</vt:lpwstr>
  </property>
</Properties>
</file>